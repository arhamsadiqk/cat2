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84" r:id="rId2"/>
    <p:sldId id="285" r:id="rId3"/>
    <p:sldId id="286" r:id="rId4"/>
    <p:sldId id="330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CC0C3-3469-B445-99F5-93D8251E65CD}" v="69" dt="2026-08-06T04:40:07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4" autoAdjust="0"/>
    <p:restoredTop sz="94453" autoAdjust="0"/>
  </p:normalViewPr>
  <p:slideViewPr>
    <p:cSldViewPr snapToGrid="0">
      <p:cViewPr varScale="1">
        <p:scale>
          <a:sx n="103" d="100"/>
          <a:sy n="103" d="100"/>
        </p:scale>
        <p:origin x="57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06/08/26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10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" Type="http://schemas.openxmlformats.org/officeDocument/2006/relationships/image" Target="../media/image83.png"/><Relationship Id="rId21" Type="http://schemas.openxmlformats.org/officeDocument/2006/relationships/image" Target="../media/image100.png"/><Relationship Id="rId7" Type="http://schemas.openxmlformats.org/officeDocument/2006/relationships/image" Target="../media/image87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2" Type="http://schemas.openxmlformats.org/officeDocument/2006/relationships/image" Target="../media/image82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16.png"/><Relationship Id="rId24" Type="http://schemas.openxmlformats.org/officeDocument/2006/relationships/image" Target="../media/image103.png"/><Relationship Id="rId5" Type="http://schemas.openxmlformats.org/officeDocument/2006/relationships/image" Target="../media/image85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10" Type="http://schemas.openxmlformats.org/officeDocument/2006/relationships/image" Target="../media/image90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2 – Syntax Analysis</a:t>
            </a:r>
          </a:p>
          <a:p>
            <a:r>
              <a:rPr lang="en-IN" sz="4400" dirty="0">
                <a:solidFill>
                  <a:srgbClr val="C00000"/>
                </a:solidFill>
              </a:rPr>
              <a:t>Bottom Up Parsing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0D729739-BCDC-7A25-90F9-8DD9E8FAD69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249F88-836B-CD12-B28A-7410A7C2A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4891" y="938156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06901-B3D2-27D2-B1BA-83C44DD80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084" y="2032718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1B27-62B9-B125-9E47-8432709E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0097" y="2035753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EBDFE-3EDF-AFC8-079D-6B78DF3C0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84" y="2754855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9E8B0-AE71-8F55-A20E-69E99A78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86" y="3411606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1C5EC-2BA5-D711-F041-87E77F8F0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869" y="3720852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3CAA2E-0187-C250-3EDB-3AFD897E8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511" y="2747510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358248-F113-E82A-81A7-F2EA95EF8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754" y="5573180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52816E-F2DD-F8D0-2E4D-281FEEFB3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8827" y="4898691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C87318-D80F-AC98-1E65-DC9798D11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2498" y="4246142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91444726-E232-7EBE-8DA5-77A83106ADCD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80266" y="1366781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10D1EE9C-A88F-B05F-66FF-F1F03230DCFC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257329" y="1366781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DB2A4A54-8474-94EA-65E8-967E92D4BD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8431" y="2469288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29D3A14E-5E65-3479-65FE-B93D0BC427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2809" y="298241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8A59A0C-0395-D655-FA6D-B24F36278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925" y="5261609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274BF6-9CF1-D586-148B-8C3E7AA97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266" y="4580287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0D79A-9244-8718-37FF-70639E267594}"/>
              </a:ext>
            </a:extLst>
          </p:cNvPr>
          <p:cNvSpPr/>
          <p:nvPr/>
        </p:nvSpPr>
        <p:spPr>
          <a:xfrm>
            <a:off x="2062794" y="195955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B2DF5D-B69B-FBB7-ECB4-DF3BD6C24ED4}"/>
              </a:ext>
            </a:extLst>
          </p:cNvPr>
          <p:cNvSpPr/>
          <p:nvPr/>
        </p:nvSpPr>
        <p:spPr>
          <a:xfrm>
            <a:off x="6490799" y="195955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FD27DB78-06D4-FDF7-9DFD-655FABEE0F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53451" y="391293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8C7D88FA-E98D-031D-9068-75BD297AFB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88192" y="480980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EA95232E-B3F1-3310-FD1D-6191C07DE2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73637" y="5588848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087B9-79D1-622B-2BB9-0CDE02319396}"/>
              </a:ext>
            </a:extLst>
          </p:cNvPr>
          <p:cNvCxnSpPr/>
          <p:nvPr/>
        </p:nvCxnSpPr>
        <p:spPr>
          <a:xfrm flipH="1" flipV="1">
            <a:off x="3688192" y="4416338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38D0A6ED-D177-A43A-2656-C888D97B64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2491" y="2509315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40FDA1F5-D1B8-2823-4965-9825FE6121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26869" y="302244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40050DB8-AD5B-93F8-2407-836C3CAE01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17511" y="395295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42161D4D-EAF5-CB00-8320-8F11276F9B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69498" y="441633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7F044D4A-AD40-C778-5B6A-C9E22BE8BB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86333" y="509471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25DE2E-504A-81BB-2688-B262157D76B9}"/>
              </a:ext>
            </a:extLst>
          </p:cNvPr>
          <p:cNvCxnSpPr/>
          <p:nvPr/>
        </p:nvCxnSpPr>
        <p:spPr>
          <a:xfrm flipV="1">
            <a:off x="8167488" y="4119885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F9E88130-18CE-5D20-BB94-F33618471E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48137" y="578521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4385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F512-33C4-E9C4-240B-ECD68B8CEF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Handle &amp; Handle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7E7A-F32C-179F-B8F8-A40534827590}"/>
              </a:ext>
            </a:extLst>
          </p:cNvPr>
          <p:cNvSpPr txBox="1">
            <a:spLocks/>
          </p:cNvSpPr>
          <p:nvPr/>
        </p:nvSpPr>
        <p:spPr>
          <a:xfrm>
            <a:off x="131180" y="711202"/>
            <a:ext cx="11929641" cy="5742808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b="1" dirty="0"/>
              <a:t>Handle</a:t>
            </a:r>
            <a:r>
              <a:rPr lang="en-US" sz="2700" dirty="0"/>
              <a:t>: A “handle” of a string is a substring of the string that matches the right side of a production, and whose reduction to the non terminal of the production is one step along the </a:t>
            </a:r>
            <a:r>
              <a:rPr lang="en-US" sz="2700" dirty="0">
                <a:solidFill>
                  <a:srgbClr val="C00000"/>
                </a:solidFill>
              </a:rPr>
              <a:t>reverse of rightmost derivation</a:t>
            </a:r>
            <a:r>
              <a:rPr lang="en-US" sz="2700" dirty="0"/>
              <a:t>.</a:t>
            </a:r>
          </a:p>
          <a:p>
            <a:r>
              <a:rPr lang="en-US" sz="2700" b="1" dirty="0"/>
              <a:t>Handle pruning: </a:t>
            </a:r>
            <a:r>
              <a:rPr lang="en-US" sz="2700" dirty="0"/>
              <a:t>The process of discovering a handle and </a:t>
            </a:r>
            <a:r>
              <a:rPr lang="en-US" sz="2700" dirty="0">
                <a:solidFill>
                  <a:srgbClr val="C00000"/>
                </a:solidFill>
              </a:rPr>
              <a:t>reducing it to appropriate left hand side non terminal </a:t>
            </a:r>
            <a:r>
              <a:rPr lang="en-US" sz="2700" dirty="0"/>
              <a:t>is known as handle pruning.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B1F8FF-06AA-C544-4F4E-16AB7FDDAE0B}"/>
              </a:ext>
            </a:extLst>
          </p:cNvPr>
          <p:cNvSpPr/>
          <p:nvPr/>
        </p:nvSpPr>
        <p:spPr>
          <a:xfrm>
            <a:off x="624628" y="3079480"/>
            <a:ext cx="1143000" cy="534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0E47A1"/>
                </a:solidFill>
              </a:rPr>
              <a:t>E</a:t>
            </a:r>
            <a:r>
              <a:rPr lang="en-US" sz="2400">
                <a:solidFill>
                  <a:srgbClr val="0E47A1"/>
                </a:solidFill>
                <a:sym typeface="Wingdings" panose="05000000000000000000" pitchFamily="2" charset="2"/>
              </a:rPr>
              <a:t>E+E</a:t>
            </a:r>
          </a:p>
          <a:p>
            <a:r>
              <a:rPr lang="en-US" sz="2400">
                <a:solidFill>
                  <a:srgbClr val="0E47A1"/>
                </a:solidFill>
                <a:sym typeface="Wingdings" panose="05000000000000000000" pitchFamily="2" charset="2"/>
              </a:rPr>
              <a:t>EE*E</a:t>
            </a:r>
          </a:p>
          <a:p>
            <a:r>
              <a:rPr lang="en-US" sz="2400" err="1">
                <a:solidFill>
                  <a:srgbClr val="0E47A1"/>
                </a:solidFill>
                <a:sym typeface="Wingdings" panose="05000000000000000000" pitchFamily="2" charset="2"/>
              </a:rPr>
              <a:t>Eid</a:t>
            </a:r>
            <a:endParaRPr lang="en-US" sz="2400">
              <a:solidFill>
                <a:srgbClr val="0E47A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FEC2C-C3BB-3143-568F-E233A8515722}"/>
              </a:ext>
            </a:extLst>
          </p:cNvPr>
          <p:cNvSpPr/>
          <p:nvPr/>
        </p:nvSpPr>
        <p:spPr>
          <a:xfrm>
            <a:off x="2057400" y="3060410"/>
            <a:ext cx="2743200" cy="534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0E47A1"/>
                </a:solidFill>
                <a:sym typeface="Wingdings" panose="05000000000000000000" pitchFamily="2" charset="2"/>
              </a:rPr>
              <a:t>String: id1+id2*id3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5A5631-0ACE-4601-A070-DE8E1D548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928274"/>
              </p:ext>
            </p:extLst>
          </p:nvPr>
        </p:nvGraphicFramePr>
        <p:xfrm>
          <a:off x="3398236" y="3856862"/>
          <a:ext cx="6096001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Right sentential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form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Handle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Production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F8663F-4C73-11DE-3B06-7CA9C6CC0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99764"/>
              </p:ext>
            </p:extLst>
          </p:nvPr>
        </p:nvGraphicFramePr>
        <p:xfrm>
          <a:off x="3398236" y="422770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id1+id2*id3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A9A657-EB63-E75C-3877-C7F76F808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154236"/>
              </p:ext>
            </p:extLst>
          </p:nvPr>
        </p:nvGraphicFramePr>
        <p:xfrm>
          <a:off x="3398236" y="4598542"/>
          <a:ext cx="6096001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177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E+id2*id3</a:t>
                      </a:r>
                      <a:endParaRPr lang="en-US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68FE1F-54D5-A15E-DAC4-18E6C24B0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14097"/>
              </p:ext>
            </p:extLst>
          </p:nvPr>
        </p:nvGraphicFramePr>
        <p:xfrm>
          <a:off x="3398236" y="4968750"/>
          <a:ext cx="6096001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271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E+E*id3</a:t>
                      </a:r>
                      <a:endParaRPr lang="en-US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945A0A-1AE4-7466-78EA-7193A987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137004"/>
              </p:ext>
            </p:extLst>
          </p:nvPr>
        </p:nvGraphicFramePr>
        <p:xfrm>
          <a:off x="3398236" y="5339590"/>
          <a:ext cx="6096001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</a:rPr>
                        <a:t>E+E*E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E*E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E*E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99F3163-4E76-3E2C-D18B-6F26D3D48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1044"/>
              </p:ext>
            </p:extLst>
          </p:nvPr>
        </p:nvGraphicFramePr>
        <p:xfrm>
          <a:off x="3398236" y="570629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E+E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E+E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9FB67F-D1BE-BA0F-BF54-EE71CF074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17020"/>
              </p:ext>
            </p:extLst>
          </p:nvPr>
        </p:nvGraphicFramePr>
        <p:xfrm>
          <a:off x="3398236" y="6083169"/>
          <a:ext cx="6096001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20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7F58DD2-82A0-C89C-6456-492CB749E6C7}"/>
              </a:ext>
            </a:extLst>
          </p:cNvPr>
          <p:cNvSpPr/>
          <p:nvPr/>
        </p:nvSpPr>
        <p:spPr>
          <a:xfrm>
            <a:off x="5884954" y="427954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4E6B4-E54D-A344-D68E-53A9D138AC4F}"/>
              </a:ext>
            </a:extLst>
          </p:cNvPr>
          <p:cNvSpPr/>
          <p:nvPr/>
        </p:nvSpPr>
        <p:spPr>
          <a:xfrm>
            <a:off x="7755978" y="43059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3923AA-C8D5-B61E-8C6B-E7E2427B8BF7}"/>
              </a:ext>
            </a:extLst>
          </p:cNvPr>
          <p:cNvSpPr/>
          <p:nvPr/>
        </p:nvSpPr>
        <p:spPr>
          <a:xfrm>
            <a:off x="6073346" y="465349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665FA-C26E-AFDD-9732-0840BFCE6AF2}"/>
              </a:ext>
            </a:extLst>
          </p:cNvPr>
          <p:cNvSpPr/>
          <p:nvPr/>
        </p:nvSpPr>
        <p:spPr>
          <a:xfrm>
            <a:off x="3925462" y="465936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7358DE-EDF7-CCDE-8FB0-8D2413F4829B}"/>
              </a:ext>
            </a:extLst>
          </p:cNvPr>
          <p:cNvSpPr/>
          <p:nvPr/>
        </p:nvSpPr>
        <p:spPr>
          <a:xfrm>
            <a:off x="7949778" y="468732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3E029F-4952-2149-7273-C6A8CC099918}"/>
              </a:ext>
            </a:extLst>
          </p:cNvPr>
          <p:cNvSpPr/>
          <p:nvPr/>
        </p:nvSpPr>
        <p:spPr>
          <a:xfrm>
            <a:off x="6040002" y="502020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4C169-C8E6-C399-2B2C-4EF3D06A6A98}"/>
              </a:ext>
            </a:extLst>
          </p:cNvPr>
          <p:cNvSpPr/>
          <p:nvPr/>
        </p:nvSpPr>
        <p:spPr>
          <a:xfrm>
            <a:off x="3892118" y="502608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180C39-1120-FEB5-0D8D-BE3D1FE57F8D}"/>
              </a:ext>
            </a:extLst>
          </p:cNvPr>
          <p:cNvSpPr/>
          <p:nvPr/>
        </p:nvSpPr>
        <p:spPr>
          <a:xfrm>
            <a:off x="7916434" y="50377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6C9D00-F240-1AB6-3AFB-574DFF1E222A}"/>
              </a:ext>
            </a:extLst>
          </p:cNvPr>
          <p:cNvSpPr/>
          <p:nvPr/>
        </p:nvSpPr>
        <p:spPr>
          <a:xfrm>
            <a:off x="5992371" y="5386924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5ADA46-52C4-B267-965D-69CCC821563C}"/>
              </a:ext>
            </a:extLst>
          </p:cNvPr>
          <p:cNvSpPr/>
          <p:nvPr/>
        </p:nvSpPr>
        <p:spPr>
          <a:xfrm>
            <a:off x="3844487" y="5392798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218D74-2065-916D-43C9-BA92E13E1C3C}"/>
              </a:ext>
            </a:extLst>
          </p:cNvPr>
          <p:cNvSpPr/>
          <p:nvPr/>
        </p:nvSpPr>
        <p:spPr>
          <a:xfrm>
            <a:off x="7868803" y="540443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0838C7-0528-C3E7-28B2-B8DC35AD6B66}"/>
              </a:ext>
            </a:extLst>
          </p:cNvPr>
          <p:cNvSpPr/>
          <p:nvPr/>
        </p:nvSpPr>
        <p:spPr>
          <a:xfrm>
            <a:off x="6020946" y="575839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465AE5-F335-0F08-EFF1-4CD94250E71D}"/>
              </a:ext>
            </a:extLst>
          </p:cNvPr>
          <p:cNvSpPr/>
          <p:nvPr/>
        </p:nvSpPr>
        <p:spPr>
          <a:xfrm>
            <a:off x="3873062" y="5764273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74DD9D-37D3-0D60-1B00-9F38D1E7BFAD}"/>
              </a:ext>
            </a:extLst>
          </p:cNvPr>
          <p:cNvSpPr/>
          <p:nvPr/>
        </p:nvSpPr>
        <p:spPr>
          <a:xfrm>
            <a:off x="7897378" y="577590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AB814-70D9-1759-24BE-631E821369F4}"/>
              </a:ext>
            </a:extLst>
          </p:cNvPr>
          <p:cNvSpPr/>
          <p:nvPr/>
        </p:nvSpPr>
        <p:spPr>
          <a:xfrm>
            <a:off x="3796854" y="615956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52060-01A5-B0F2-B440-3EE5A2DF6B83}"/>
              </a:ext>
            </a:extLst>
          </p:cNvPr>
          <p:cNvSpPr/>
          <p:nvPr/>
        </p:nvSpPr>
        <p:spPr>
          <a:xfrm>
            <a:off x="624628" y="4054572"/>
            <a:ext cx="3196270" cy="2298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C00000"/>
                </a:solidFill>
              </a:rPr>
              <a:t>Rightmost Derivation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E</a:t>
            </a:r>
          </a:p>
          <a:p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E+E</a:t>
            </a:r>
          </a:p>
          <a:p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E+E*E</a:t>
            </a:r>
          </a:p>
          <a:p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E+E*id3</a:t>
            </a:r>
          </a:p>
          <a:p>
            <a:r>
              <a:rPr lang="en-US" sz="2400" dirty="0">
                <a:solidFill>
                  <a:schemeClr val="tx1"/>
                </a:solidFill>
              </a:rPr>
              <a:t>E+id2*id3</a:t>
            </a:r>
          </a:p>
          <a:p>
            <a:r>
              <a:rPr lang="en-US" sz="2400" dirty="0">
                <a:solidFill>
                  <a:schemeClr val="tx1"/>
                </a:solidFill>
              </a:rPr>
              <a:t>id1+id2*id3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187A90-1A9B-9275-7D93-2A9A67995280}"/>
              </a:ext>
            </a:extLst>
          </p:cNvPr>
          <p:cNvCxnSpPr/>
          <p:nvPr/>
        </p:nvCxnSpPr>
        <p:spPr>
          <a:xfrm flipH="1" flipV="1">
            <a:off x="1100391" y="4413122"/>
            <a:ext cx="1432772" cy="1869993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7499A6-7226-0F15-916C-D181F99E1DEE}"/>
              </a:ext>
            </a:extLst>
          </p:cNvPr>
          <p:cNvCxnSpPr/>
          <p:nvPr/>
        </p:nvCxnSpPr>
        <p:spPr>
          <a:xfrm>
            <a:off x="1026651" y="4979050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6F4830-3570-C115-6C9E-7EDE9F65082C}"/>
              </a:ext>
            </a:extLst>
          </p:cNvPr>
          <p:cNvCxnSpPr/>
          <p:nvPr/>
        </p:nvCxnSpPr>
        <p:spPr>
          <a:xfrm>
            <a:off x="1313963" y="5372427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10E22C-EDA8-2123-9D4C-09E22D0EB7E9}"/>
              </a:ext>
            </a:extLst>
          </p:cNvPr>
          <p:cNvCxnSpPr/>
          <p:nvPr/>
        </p:nvCxnSpPr>
        <p:spPr>
          <a:xfrm>
            <a:off x="1031709" y="5743902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40ADCE-28B6-E0E1-4793-E56B2B031FCF}"/>
              </a:ext>
            </a:extLst>
          </p:cNvPr>
          <p:cNvCxnSpPr/>
          <p:nvPr/>
        </p:nvCxnSpPr>
        <p:spPr>
          <a:xfrm>
            <a:off x="720492" y="6106634"/>
            <a:ext cx="1373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94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F512-33C4-E9C4-240B-ECD68B8CEF8C}"/>
              </a:ext>
            </a:extLst>
          </p:cNvPr>
          <p:cNvSpPr txBox="1">
            <a:spLocks/>
          </p:cNvSpPr>
          <p:nvPr/>
        </p:nvSpPr>
        <p:spPr>
          <a:xfrm>
            <a:off x="131179" y="152167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Arial Black" panose="020B0A04020102020204" pitchFamily="34" charset="0"/>
                <a:ea typeface="+mn-ea"/>
                <a:cs typeface="+mn-cs"/>
              </a:rPr>
              <a:t>Handle &amp; Handle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7E7A-F32C-179F-B8F8-A40534827590}"/>
              </a:ext>
            </a:extLst>
          </p:cNvPr>
          <p:cNvSpPr txBox="1">
            <a:spLocks/>
          </p:cNvSpPr>
          <p:nvPr/>
        </p:nvSpPr>
        <p:spPr>
          <a:xfrm>
            <a:off x="131180" y="711202"/>
            <a:ext cx="11929641" cy="5742808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B1F8FF-06AA-C544-4F4E-16AB7FDDAE0B}"/>
              </a:ext>
            </a:extLst>
          </p:cNvPr>
          <p:cNvSpPr/>
          <p:nvPr/>
        </p:nvSpPr>
        <p:spPr>
          <a:xfrm>
            <a:off x="857751" y="1016144"/>
            <a:ext cx="1673729" cy="1507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0E47A1"/>
                </a:solidFill>
                <a:latin typeface="Arial Black" panose="020B0A04020102020204" pitchFamily="34" charset="0"/>
              </a:rPr>
              <a:t>E</a:t>
            </a:r>
            <a:r>
              <a:rPr lang="en-US" sz="2800" dirty="0">
                <a:solidFill>
                  <a:srgbClr val="0E47A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E+E</a:t>
            </a:r>
          </a:p>
          <a:p>
            <a:r>
              <a:rPr lang="en-US" sz="2800" dirty="0">
                <a:solidFill>
                  <a:srgbClr val="0E47A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EE*E</a:t>
            </a:r>
          </a:p>
          <a:p>
            <a:r>
              <a:rPr lang="en-US" sz="2800" dirty="0" err="1">
                <a:solidFill>
                  <a:srgbClr val="0E47A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Eid</a:t>
            </a:r>
            <a:endParaRPr lang="en-US" sz="2800" dirty="0">
              <a:solidFill>
                <a:srgbClr val="0E47A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FEC2C-C3BB-3143-568F-E233A8515722}"/>
              </a:ext>
            </a:extLst>
          </p:cNvPr>
          <p:cNvSpPr/>
          <p:nvPr/>
        </p:nvSpPr>
        <p:spPr>
          <a:xfrm>
            <a:off x="683293" y="2828766"/>
            <a:ext cx="2743200" cy="1507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0E47A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String: id1+id2*id3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F58DD2-82A0-C89C-6456-492CB749E6C7}"/>
              </a:ext>
            </a:extLst>
          </p:cNvPr>
          <p:cNvSpPr/>
          <p:nvPr/>
        </p:nvSpPr>
        <p:spPr>
          <a:xfrm>
            <a:off x="5884954" y="427954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4E6B4-E54D-A344-D68E-53A9D138AC4F}"/>
              </a:ext>
            </a:extLst>
          </p:cNvPr>
          <p:cNvSpPr/>
          <p:nvPr/>
        </p:nvSpPr>
        <p:spPr>
          <a:xfrm>
            <a:off x="7755978" y="43059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3923AA-C8D5-B61E-8C6B-E7E2427B8BF7}"/>
              </a:ext>
            </a:extLst>
          </p:cNvPr>
          <p:cNvSpPr/>
          <p:nvPr/>
        </p:nvSpPr>
        <p:spPr>
          <a:xfrm>
            <a:off x="6073346" y="465349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665FA-C26E-AFDD-9732-0840BFCE6AF2}"/>
              </a:ext>
            </a:extLst>
          </p:cNvPr>
          <p:cNvSpPr/>
          <p:nvPr/>
        </p:nvSpPr>
        <p:spPr>
          <a:xfrm>
            <a:off x="3925462" y="465936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7358DE-EDF7-CCDE-8FB0-8D2413F4829B}"/>
              </a:ext>
            </a:extLst>
          </p:cNvPr>
          <p:cNvSpPr/>
          <p:nvPr/>
        </p:nvSpPr>
        <p:spPr>
          <a:xfrm>
            <a:off x="7949778" y="468732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3E029F-4952-2149-7273-C6A8CC099918}"/>
              </a:ext>
            </a:extLst>
          </p:cNvPr>
          <p:cNvSpPr/>
          <p:nvPr/>
        </p:nvSpPr>
        <p:spPr>
          <a:xfrm>
            <a:off x="6040002" y="502020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4C169-C8E6-C399-2B2C-4EF3D06A6A98}"/>
              </a:ext>
            </a:extLst>
          </p:cNvPr>
          <p:cNvSpPr/>
          <p:nvPr/>
        </p:nvSpPr>
        <p:spPr>
          <a:xfrm>
            <a:off x="3892118" y="502608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180C39-1120-FEB5-0D8D-BE3D1FE57F8D}"/>
              </a:ext>
            </a:extLst>
          </p:cNvPr>
          <p:cNvSpPr/>
          <p:nvPr/>
        </p:nvSpPr>
        <p:spPr>
          <a:xfrm>
            <a:off x="7916434" y="50377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6C9D00-F240-1AB6-3AFB-574DFF1E222A}"/>
              </a:ext>
            </a:extLst>
          </p:cNvPr>
          <p:cNvSpPr/>
          <p:nvPr/>
        </p:nvSpPr>
        <p:spPr>
          <a:xfrm>
            <a:off x="5992371" y="5386924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218D74-2065-916D-43C9-BA92E13E1C3C}"/>
              </a:ext>
            </a:extLst>
          </p:cNvPr>
          <p:cNvSpPr/>
          <p:nvPr/>
        </p:nvSpPr>
        <p:spPr>
          <a:xfrm>
            <a:off x="7868803" y="540443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0838C7-0528-C3E7-28B2-B8DC35AD6B66}"/>
              </a:ext>
            </a:extLst>
          </p:cNvPr>
          <p:cNvSpPr/>
          <p:nvPr/>
        </p:nvSpPr>
        <p:spPr>
          <a:xfrm>
            <a:off x="6020946" y="575839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465AE5-F335-0F08-EFF1-4CD94250E71D}"/>
              </a:ext>
            </a:extLst>
          </p:cNvPr>
          <p:cNvSpPr/>
          <p:nvPr/>
        </p:nvSpPr>
        <p:spPr>
          <a:xfrm>
            <a:off x="3873062" y="5764273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74DD9D-37D3-0D60-1B00-9F38D1E7BFAD}"/>
              </a:ext>
            </a:extLst>
          </p:cNvPr>
          <p:cNvSpPr/>
          <p:nvPr/>
        </p:nvSpPr>
        <p:spPr>
          <a:xfrm>
            <a:off x="7897378" y="577590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AB814-70D9-1759-24BE-631E821369F4}"/>
              </a:ext>
            </a:extLst>
          </p:cNvPr>
          <p:cNvSpPr/>
          <p:nvPr/>
        </p:nvSpPr>
        <p:spPr>
          <a:xfrm>
            <a:off x="3796854" y="615956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rial Black" panose="020B0A04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52060-01A5-B0F2-B440-3EE5A2DF6B83}"/>
              </a:ext>
            </a:extLst>
          </p:cNvPr>
          <p:cNvSpPr/>
          <p:nvPr/>
        </p:nvSpPr>
        <p:spPr>
          <a:xfrm>
            <a:off x="5031948" y="832921"/>
            <a:ext cx="6643448" cy="4665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C00000"/>
                </a:solidFill>
                <a:latin typeface="Arial Black" panose="020B0A04020102020204" pitchFamily="34" charset="0"/>
              </a:rPr>
              <a:t>Rightmost Derivation</a:t>
            </a:r>
          </a:p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>E</a:t>
            </a:r>
          </a:p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E+E</a:t>
            </a:r>
          </a:p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E+E*E</a:t>
            </a:r>
          </a:p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E+E*id3</a:t>
            </a:r>
          </a:p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>E+id2*id3</a:t>
            </a:r>
          </a:p>
          <a:p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>id1+id2*id3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187A90-1A9B-9275-7D93-2A9A67995280}"/>
              </a:ext>
            </a:extLst>
          </p:cNvPr>
          <p:cNvCxnSpPr>
            <a:cxnSpLocks/>
          </p:cNvCxnSpPr>
          <p:nvPr/>
        </p:nvCxnSpPr>
        <p:spPr>
          <a:xfrm flipH="1" flipV="1">
            <a:off x="6369823" y="1692739"/>
            <a:ext cx="2581543" cy="330429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25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F887-5223-E976-19F0-9250906462D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Shift Reduce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2694-7267-5711-EFBB-D94A9C35AAB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shift reduce parser performs following basic operations: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/>
              <a:t>Shift</a:t>
            </a:r>
            <a:r>
              <a:rPr lang="en-US"/>
              <a:t>: Moving of the symbols from </a:t>
            </a:r>
            <a:r>
              <a:rPr lang="en-US">
                <a:solidFill>
                  <a:srgbClr val="C00000"/>
                </a:solidFill>
              </a:rPr>
              <a:t>input buffer onto the stack</a:t>
            </a:r>
            <a:r>
              <a:rPr lang="en-US"/>
              <a:t>, this action is called shift.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Reduce</a:t>
            </a:r>
            <a:r>
              <a:rPr lang="en-US" dirty="0"/>
              <a:t>: If handle appears on the top of the stack then </a:t>
            </a:r>
            <a:r>
              <a:rPr lang="en-US" dirty="0">
                <a:solidFill>
                  <a:srgbClr val="C00000"/>
                </a:solidFill>
              </a:rPr>
              <a:t>reduction of it by appropriate rule</a:t>
            </a:r>
            <a:r>
              <a:rPr lang="en-US" dirty="0"/>
              <a:t> is done. This action is called reduce action.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Accept</a:t>
            </a:r>
            <a:r>
              <a:rPr lang="en-US" dirty="0"/>
              <a:t>: If </a:t>
            </a:r>
            <a:r>
              <a:rPr lang="en-US" dirty="0">
                <a:solidFill>
                  <a:srgbClr val="C00000"/>
                </a:solidFill>
              </a:rPr>
              <a:t>stack contains start symbol only and input buffer is empty </a:t>
            </a:r>
            <a:r>
              <a:rPr lang="en-US" dirty="0"/>
              <a:t>at the same time then that action is called accept.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Error</a:t>
            </a:r>
            <a:r>
              <a:rPr lang="en-US" dirty="0"/>
              <a:t>: A situation in which parser </a:t>
            </a:r>
            <a:r>
              <a:rPr lang="en-US" dirty="0">
                <a:solidFill>
                  <a:srgbClr val="C00000"/>
                </a:solidFill>
              </a:rPr>
              <a:t>cannot either shift or reduce </a:t>
            </a:r>
            <a:r>
              <a:rPr lang="en-US" dirty="0"/>
              <a:t>the symbols, it cannot even perform accept action then it is called error 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87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5F66-6AF6-369E-E428-EA4658CA31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Shift reduce parser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7FFF04-777A-3328-ABA4-B69E2A2F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212026"/>
              </p:ext>
            </p:extLst>
          </p:nvPr>
        </p:nvGraphicFramePr>
        <p:xfrm>
          <a:off x="2657480" y="93006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Stack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 Buffer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AF396F-3724-C7F6-1575-F20DC8669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974934"/>
              </p:ext>
            </p:extLst>
          </p:nvPr>
        </p:nvGraphicFramePr>
        <p:xfrm>
          <a:off x="2657480" y="130090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</a:rPr>
                        <a:t>Shift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363B8C-3B3A-DA28-9F32-F1732A700C8C}"/>
              </a:ext>
            </a:extLst>
          </p:cNvPr>
          <p:cNvSpPr/>
          <p:nvPr/>
        </p:nvSpPr>
        <p:spPr>
          <a:xfrm>
            <a:off x="5167312" y="1361143"/>
            <a:ext cx="1143000" cy="255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D7615F-5542-1BBA-1BCE-0401BB75D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797777"/>
              </p:ext>
            </p:extLst>
          </p:nvPr>
        </p:nvGraphicFramePr>
        <p:xfrm>
          <a:off x="2657480" y="1671742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510810-313D-EC2E-A58B-4DDD60A96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82337"/>
              </p:ext>
            </p:extLst>
          </p:nvPr>
        </p:nvGraphicFramePr>
        <p:xfrm>
          <a:off x="2657480" y="204195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$F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T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198259-680B-BBD7-021C-47B4D4CAD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590732"/>
              </p:ext>
            </p:extLst>
          </p:nvPr>
        </p:nvGraphicFramePr>
        <p:xfrm>
          <a:off x="2657480" y="241279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$T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B2E87D-6E89-76A6-F504-D574533A5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314627"/>
              </p:ext>
            </p:extLst>
          </p:nvPr>
        </p:nvGraphicFramePr>
        <p:xfrm>
          <a:off x="2657480" y="277949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+id*id$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52435A-90EC-740F-8215-076A2878A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07900"/>
              </p:ext>
            </p:extLst>
          </p:nvPr>
        </p:nvGraphicFramePr>
        <p:xfrm>
          <a:off x="2657480" y="315636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C49450-7CC6-22CC-896B-7E10F72D6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45636"/>
              </p:ext>
            </p:extLst>
          </p:nvPr>
        </p:nvGraphicFramePr>
        <p:xfrm>
          <a:off x="2657480" y="352720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i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5757FC-4DC1-132A-BB25-07FCAB205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5912"/>
              </p:ext>
            </p:extLst>
          </p:nvPr>
        </p:nvGraphicFramePr>
        <p:xfrm>
          <a:off x="2662242" y="389804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$E+F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T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5FB3893-7EC9-2B21-22DE-343ED9505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488746"/>
              </p:ext>
            </p:extLst>
          </p:nvPr>
        </p:nvGraphicFramePr>
        <p:xfrm>
          <a:off x="2667004" y="427492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$E+T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*id$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 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2DB772A-1921-360B-8F4F-047A52E42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980648"/>
              </p:ext>
            </p:extLst>
          </p:nvPr>
        </p:nvGraphicFramePr>
        <p:xfrm>
          <a:off x="2667004" y="464162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$E+T*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id$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  <a:r>
                        <a:rPr lang="en-US" sz="18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320997-D86E-ED84-BB6E-349AA0AC8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102773"/>
              </p:ext>
            </p:extLst>
          </p:nvPr>
        </p:nvGraphicFramePr>
        <p:xfrm>
          <a:off x="2667004" y="5004855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$E+T*id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F</a:t>
                      </a:r>
                      <a:r>
                        <a:rPr lang="en-US" sz="1800" b="0" kern="1200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id</a:t>
                      </a:r>
                      <a:r>
                        <a:rPr lang="en-US" sz="18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1C60AAF-5D96-37FB-35D2-A7B9617F9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14976"/>
              </p:ext>
            </p:extLst>
          </p:nvPr>
        </p:nvGraphicFramePr>
        <p:xfrm>
          <a:off x="2667004" y="5372838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$E+T*F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T</a:t>
                      </a:r>
                      <a:r>
                        <a:rPr lang="en-US" sz="18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T*F</a:t>
                      </a:r>
                      <a:r>
                        <a:rPr lang="en-US" sz="1800" b="0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774B426-0996-C4AC-966A-61CA79A9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278513"/>
              </p:ext>
            </p:extLst>
          </p:nvPr>
        </p:nvGraphicFramePr>
        <p:xfrm>
          <a:off x="2667004" y="5742250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$E+T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</a:rPr>
                        <a:t>Reduce E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+mj-lt"/>
                          <a:sym typeface="Wingdings" panose="05000000000000000000" pitchFamily="2" charset="2"/>
                        </a:rPr>
                        <a:t>E+T</a:t>
                      </a:r>
                      <a:endParaRPr lang="en-US" sz="18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40F083A-76AA-E75E-3B25-ED809F1B4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28393"/>
              </p:ext>
            </p:extLst>
          </p:nvPr>
        </p:nvGraphicFramePr>
        <p:xfrm>
          <a:off x="2667004" y="6124356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$E</a:t>
                      </a:r>
                      <a:endParaRPr lang="en-US" sz="1800" b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0">
                          <a:solidFill>
                            <a:srgbClr val="C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Verdana" panose="020B0604030504040204" pitchFamily="34" charset="0"/>
                        </a:rPr>
                        <a:t>$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baseline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Accept </a:t>
                      </a:r>
                      <a:endParaRPr lang="en-US" sz="1800" b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E82BE8DE-A154-C75C-A2BE-6A084016EB09}"/>
              </a:ext>
            </a:extLst>
          </p:cNvPr>
          <p:cNvSpPr/>
          <p:nvPr/>
        </p:nvSpPr>
        <p:spPr>
          <a:xfrm>
            <a:off x="3124200" y="1356746"/>
            <a:ext cx="1143000" cy="255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179A47-7266-3944-CFBC-36AB9C998E3D}"/>
              </a:ext>
            </a:extLst>
          </p:cNvPr>
          <p:cNvSpPr/>
          <p:nvPr/>
        </p:nvSpPr>
        <p:spPr>
          <a:xfrm>
            <a:off x="7210424" y="1366872"/>
            <a:ext cx="1143000" cy="255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D62F02-8EEC-F39D-51AD-0F4AB9ABBE2A}"/>
              </a:ext>
            </a:extLst>
          </p:cNvPr>
          <p:cNvSpPr/>
          <p:nvPr/>
        </p:nvSpPr>
        <p:spPr>
          <a:xfrm>
            <a:off x="3174570" y="1341172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F6BBA4-88EA-D865-CF44-6F1EEC8831BD}"/>
              </a:ext>
            </a:extLst>
          </p:cNvPr>
          <p:cNvSpPr/>
          <p:nvPr/>
        </p:nvSpPr>
        <p:spPr>
          <a:xfrm>
            <a:off x="5076828" y="133987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5EA905-CB67-A4F7-90BA-4305F0FC2524}"/>
              </a:ext>
            </a:extLst>
          </p:cNvPr>
          <p:cNvSpPr/>
          <p:nvPr/>
        </p:nvSpPr>
        <p:spPr>
          <a:xfrm>
            <a:off x="7124708" y="1362805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879E8D-B6FA-2085-921F-F7D79A962E58}"/>
              </a:ext>
            </a:extLst>
          </p:cNvPr>
          <p:cNvSpPr/>
          <p:nvPr/>
        </p:nvSpPr>
        <p:spPr>
          <a:xfrm>
            <a:off x="5357812" y="169772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12CA6A-CE7D-35E2-A97D-4EB96C723B1F}"/>
              </a:ext>
            </a:extLst>
          </p:cNvPr>
          <p:cNvSpPr/>
          <p:nvPr/>
        </p:nvSpPr>
        <p:spPr>
          <a:xfrm>
            <a:off x="3000309" y="1723592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019D8F-FA38-EF7A-EF0B-4D65D09B6476}"/>
              </a:ext>
            </a:extLst>
          </p:cNvPr>
          <p:cNvSpPr/>
          <p:nvPr/>
        </p:nvSpPr>
        <p:spPr>
          <a:xfrm>
            <a:off x="7089590" y="1744567"/>
            <a:ext cx="1363897" cy="24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DD01B5-97AC-B8A9-475D-E4588CB42067}"/>
              </a:ext>
            </a:extLst>
          </p:cNvPr>
          <p:cNvSpPr/>
          <p:nvPr/>
        </p:nvSpPr>
        <p:spPr>
          <a:xfrm>
            <a:off x="5357812" y="2064798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DB3196-5E9B-B82A-21AC-D848868F8DA9}"/>
              </a:ext>
            </a:extLst>
          </p:cNvPr>
          <p:cNvSpPr/>
          <p:nvPr/>
        </p:nvSpPr>
        <p:spPr>
          <a:xfrm>
            <a:off x="3124200" y="2114945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6CED9C-955F-4EA3-F7AA-3B18E411951B}"/>
              </a:ext>
            </a:extLst>
          </p:cNvPr>
          <p:cNvSpPr/>
          <p:nvPr/>
        </p:nvSpPr>
        <p:spPr>
          <a:xfrm>
            <a:off x="7143364" y="2125830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D62471-DB9F-38A9-57E7-8F2F7E06CA02}"/>
              </a:ext>
            </a:extLst>
          </p:cNvPr>
          <p:cNvSpPr/>
          <p:nvPr/>
        </p:nvSpPr>
        <p:spPr>
          <a:xfrm>
            <a:off x="5367332" y="243151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78EC47-E806-5006-9204-4C51621ADC92}"/>
              </a:ext>
            </a:extLst>
          </p:cNvPr>
          <p:cNvSpPr/>
          <p:nvPr/>
        </p:nvSpPr>
        <p:spPr>
          <a:xfrm>
            <a:off x="3133720" y="2481662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458A10-61D5-57A0-E950-BA4502A7AA1C}"/>
              </a:ext>
            </a:extLst>
          </p:cNvPr>
          <p:cNvSpPr/>
          <p:nvPr/>
        </p:nvSpPr>
        <p:spPr>
          <a:xfrm>
            <a:off x="7153268" y="247721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575E54-AF0C-40EA-F27A-053DFD23915E}"/>
              </a:ext>
            </a:extLst>
          </p:cNvPr>
          <p:cNvSpPr/>
          <p:nvPr/>
        </p:nvSpPr>
        <p:spPr>
          <a:xfrm>
            <a:off x="5362564" y="279823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03DEB7-FF75-9FEB-5D1E-232560B24DC4}"/>
              </a:ext>
            </a:extLst>
          </p:cNvPr>
          <p:cNvSpPr/>
          <p:nvPr/>
        </p:nvSpPr>
        <p:spPr>
          <a:xfrm>
            <a:off x="3128952" y="2848382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8B7158-EB7E-5192-57A5-CA53D33CA9A7}"/>
              </a:ext>
            </a:extLst>
          </p:cNvPr>
          <p:cNvSpPr/>
          <p:nvPr/>
        </p:nvSpPr>
        <p:spPr>
          <a:xfrm>
            <a:off x="7153268" y="284432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7DDEAB-E244-812D-A2A3-B463B6CEBB91}"/>
              </a:ext>
            </a:extLst>
          </p:cNvPr>
          <p:cNvSpPr/>
          <p:nvPr/>
        </p:nvSpPr>
        <p:spPr>
          <a:xfrm>
            <a:off x="5400660" y="319353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97275B-746F-5F3A-4691-3162DA715B0B}"/>
              </a:ext>
            </a:extLst>
          </p:cNvPr>
          <p:cNvSpPr/>
          <p:nvPr/>
        </p:nvSpPr>
        <p:spPr>
          <a:xfrm>
            <a:off x="3167048" y="323079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8FA585-DD97-4CEF-7AB0-C3461052206B}"/>
              </a:ext>
            </a:extLst>
          </p:cNvPr>
          <p:cNvSpPr/>
          <p:nvPr/>
        </p:nvSpPr>
        <p:spPr>
          <a:xfrm>
            <a:off x="7191364" y="32396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672089-2A13-E45D-5A99-161E29A1D78A}"/>
              </a:ext>
            </a:extLst>
          </p:cNvPr>
          <p:cNvSpPr/>
          <p:nvPr/>
        </p:nvSpPr>
        <p:spPr>
          <a:xfrm>
            <a:off x="5353028" y="357453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51354C-4AD1-4CFE-493A-F92CCEB1A334}"/>
              </a:ext>
            </a:extLst>
          </p:cNvPr>
          <p:cNvSpPr/>
          <p:nvPr/>
        </p:nvSpPr>
        <p:spPr>
          <a:xfrm>
            <a:off x="3119416" y="3595188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1700F7-53B4-0EA5-7654-D6886C9DD1FB}"/>
              </a:ext>
            </a:extLst>
          </p:cNvPr>
          <p:cNvSpPr/>
          <p:nvPr/>
        </p:nvSpPr>
        <p:spPr>
          <a:xfrm>
            <a:off x="6962779" y="3579599"/>
            <a:ext cx="1460228" cy="276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616448-40E3-5A73-1622-048AC9F3A6BD}"/>
              </a:ext>
            </a:extLst>
          </p:cNvPr>
          <p:cNvSpPr/>
          <p:nvPr/>
        </p:nvSpPr>
        <p:spPr>
          <a:xfrm>
            <a:off x="5395892" y="394601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730388-D754-EAF5-887D-E20CBAEE140C}"/>
              </a:ext>
            </a:extLst>
          </p:cNvPr>
          <p:cNvSpPr/>
          <p:nvPr/>
        </p:nvSpPr>
        <p:spPr>
          <a:xfrm>
            <a:off x="3147992" y="3966181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715708-527A-4FC2-D827-F00667A03F7A}"/>
              </a:ext>
            </a:extLst>
          </p:cNvPr>
          <p:cNvSpPr/>
          <p:nvPr/>
        </p:nvSpPr>
        <p:spPr>
          <a:xfrm>
            <a:off x="7051916" y="3949853"/>
            <a:ext cx="1311980" cy="271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F046E0-ABC9-AB9B-4CA2-6D4BE5AC7EF2}"/>
              </a:ext>
            </a:extLst>
          </p:cNvPr>
          <p:cNvSpPr/>
          <p:nvPr/>
        </p:nvSpPr>
        <p:spPr>
          <a:xfrm>
            <a:off x="5495908" y="428893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860449-D015-38EF-3C45-BD8A790E5002}"/>
              </a:ext>
            </a:extLst>
          </p:cNvPr>
          <p:cNvSpPr/>
          <p:nvPr/>
        </p:nvSpPr>
        <p:spPr>
          <a:xfrm>
            <a:off x="3262296" y="4326199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28D509-7B6C-1007-D526-E25975C0FAF1}"/>
              </a:ext>
            </a:extLst>
          </p:cNvPr>
          <p:cNvSpPr/>
          <p:nvPr/>
        </p:nvSpPr>
        <p:spPr>
          <a:xfrm>
            <a:off x="7286612" y="433501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496454-5048-4FF4-EBA4-F240D6252C12}"/>
              </a:ext>
            </a:extLst>
          </p:cNvPr>
          <p:cNvSpPr/>
          <p:nvPr/>
        </p:nvSpPr>
        <p:spPr>
          <a:xfrm>
            <a:off x="5519716" y="465565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6FEC5E-5F65-5644-FEB8-EF736E8D4F94}"/>
              </a:ext>
            </a:extLst>
          </p:cNvPr>
          <p:cNvSpPr/>
          <p:nvPr/>
        </p:nvSpPr>
        <p:spPr>
          <a:xfrm>
            <a:off x="3286104" y="471867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477522-9ED6-6DD2-C084-369A957F13FF}"/>
              </a:ext>
            </a:extLst>
          </p:cNvPr>
          <p:cNvSpPr/>
          <p:nvPr/>
        </p:nvSpPr>
        <p:spPr>
          <a:xfrm>
            <a:off x="7310420" y="470173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8128DC-30CA-19E7-2B45-BE4D27DF72A6}"/>
              </a:ext>
            </a:extLst>
          </p:cNvPr>
          <p:cNvSpPr/>
          <p:nvPr/>
        </p:nvSpPr>
        <p:spPr>
          <a:xfrm>
            <a:off x="5505428" y="502713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71AB742-FE1D-6714-5D8B-A34E57EFAAB8}"/>
              </a:ext>
            </a:extLst>
          </p:cNvPr>
          <p:cNvSpPr/>
          <p:nvPr/>
        </p:nvSpPr>
        <p:spPr>
          <a:xfrm>
            <a:off x="3271816" y="505152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F034154-7CE0-7FB1-A5D7-9860017B3B74}"/>
              </a:ext>
            </a:extLst>
          </p:cNvPr>
          <p:cNvSpPr/>
          <p:nvPr/>
        </p:nvSpPr>
        <p:spPr>
          <a:xfrm>
            <a:off x="7103668" y="5073737"/>
            <a:ext cx="1319340" cy="248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56BEED2-AE69-5A8F-2D8F-930D5B7FC298}"/>
              </a:ext>
            </a:extLst>
          </p:cNvPr>
          <p:cNvSpPr/>
          <p:nvPr/>
        </p:nvSpPr>
        <p:spPr>
          <a:xfrm>
            <a:off x="5534004" y="5384323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3BA3D7B-51B9-FD66-255A-8AB8A4E3F654}"/>
              </a:ext>
            </a:extLst>
          </p:cNvPr>
          <p:cNvSpPr/>
          <p:nvPr/>
        </p:nvSpPr>
        <p:spPr>
          <a:xfrm>
            <a:off x="3271816" y="5417714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CA9D140-4ACF-E6E4-5348-8247EC115113}"/>
              </a:ext>
            </a:extLst>
          </p:cNvPr>
          <p:cNvSpPr/>
          <p:nvPr/>
        </p:nvSpPr>
        <p:spPr>
          <a:xfrm>
            <a:off x="7036676" y="5429633"/>
            <a:ext cx="1445324" cy="250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EA84A70-3525-A4B2-02A2-5A7B9D861F69}"/>
              </a:ext>
            </a:extLst>
          </p:cNvPr>
          <p:cNvSpPr/>
          <p:nvPr/>
        </p:nvSpPr>
        <p:spPr>
          <a:xfrm>
            <a:off x="5519716" y="5798681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7612B4-E028-A319-D1E7-FF8EA206BC25}"/>
              </a:ext>
            </a:extLst>
          </p:cNvPr>
          <p:cNvSpPr/>
          <p:nvPr/>
        </p:nvSpPr>
        <p:spPr>
          <a:xfrm>
            <a:off x="3098006" y="5792227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F2867BE-8F29-9F90-D52B-D15A46899D81}"/>
              </a:ext>
            </a:extLst>
          </p:cNvPr>
          <p:cNvSpPr/>
          <p:nvPr/>
        </p:nvSpPr>
        <p:spPr>
          <a:xfrm>
            <a:off x="7036676" y="5789242"/>
            <a:ext cx="1469132" cy="257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68BE4AF-AEDD-DD48-5DB5-5E3A6F768D29}"/>
              </a:ext>
            </a:extLst>
          </p:cNvPr>
          <p:cNvSpPr/>
          <p:nvPr/>
        </p:nvSpPr>
        <p:spPr>
          <a:xfrm>
            <a:off x="5519716" y="615447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FB11FFE-6C8F-3AA0-CF02-85A952ED2A94}"/>
              </a:ext>
            </a:extLst>
          </p:cNvPr>
          <p:cNvSpPr/>
          <p:nvPr/>
        </p:nvSpPr>
        <p:spPr>
          <a:xfrm>
            <a:off x="3412333" y="6186190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02C264-67B3-3376-55DA-B4CCE075443F}"/>
              </a:ext>
            </a:extLst>
          </p:cNvPr>
          <p:cNvSpPr/>
          <p:nvPr/>
        </p:nvSpPr>
        <p:spPr>
          <a:xfrm>
            <a:off x="7143732" y="6186226"/>
            <a:ext cx="1195388" cy="247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97252D-BFF5-3B1F-039D-228139B22E26}"/>
              </a:ext>
            </a:extLst>
          </p:cNvPr>
          <p:cNvSpPr/>
          <p:nvPr/>
        </p:nvSpPr>
        <p:spPr>
          <a:xfrm>
            <a:off x="214311" y="885818"/>
            <a:ext cx="1936321" cy="18358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rgbClr val="0E47A1"/>
                </a:solidFill>
              </a:rPr>
              <a:t>Grammar:</a:t>
            </a:r>
          </a:p>
          <a:p>
            <a:r>
              <a:rPr lang="en-US" sz="2200">
                <a:solidFill>
                  <a:srgbClr val="0E47A1"/>
                </a:solidFill>
              </a:rPr>
              <a:t>E</a:t>
            </a:r>
            <a:r>
              <a:rPr lang="en-US" sz="2200">
                <a:solidFill>
                  <a:srgbClr val="0E47A1"/>
                </a:solidFill>
                <a:sym typeface="Wingdings" panose="05000000000000000000" pitchFamily="2" charset="2"/>
              </a:rPr>
              <a:t>E+T | T</a:t>
            </a:r>
          </a:p>
          <a:p>
            <a:r>
              <a:rPr lang="en-US" sz="2200">
                <a:solidFill>
                  <a:srgbClr val="0E47A1"/>
                </a:solidFill>
                <a:sym typeface="Wingdings" panose="05000000000000000000" pitchFamily="2" charset="2"/>
              </a:rPr>
              <a:t>TT*F | F</a:t>
            </a:r>
          </a:p>
          <a:p>
            <a:r>
              <a:rPr lang="en-US" sz="2200" err="1">
                <a:solidFill>
                  <a:srgbClr val="0E47A1"/>
                </a:solidFill>
                <a:sym typeface="Wingdings" panose="05000000000000000000" pitchFamily="2" charset="2"/>
              </a:rPr>
              <a:t>Fid</a:t>
            </a:r>
            <a:endParaRPr lang="en-US" sz="220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r>
              <a:rPr lang="en-US" sz="2200">
                <a:solidFill>
                  <a:srgbClr val="C00000"/>
                </a:solidFill>
                <a:sym typeface="Wingdings" panose="05000000000000000000" pitchFamily="2" charset="2"/>
              </a:rPr>
              <a:t>String: id+id*id</a:t>
            </a:r>
            <a:endParaRPr lang="en-US" sz="2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93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28FB-D97C-24A9-8724-30C9D2BA288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Viable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02B36-5915-3CB7-41A9-7F5576E9DCE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</a:t>
            </a:r>
            <a:r>
              <a:rPr lang="en-US">
                <a:solidFill>
                  <a:srgbClr val="C00000"/>
                </a:solidFill>
              </a:rPr>
              <a:t>set of prefixes </a:t>
            </a:r>
            <a:r>
              <a:rPr lang="en-US"/>
              <a:t>of right sentential forms that </a:t>
            </a:r>
            <a:r>
              <a:rPr lang="en-US">
                <a:solidFill>
                  <a:srgbClr val="C00000"/>
                </a:solidFill>
              </a:rPr>
              <a:t>can appear on the stack</a:t>
            </a:r>
            <a:r>
              <a:rPr lang="en-US"/>
              <a:t> of a shift-reduce parser are called viable</a:t>
            </a:r>
            <a:r>
              <a:rPr lang="en-US" i="1"/>
              <a:t> </a:t>
            </a:r>
            <a:r>
              <a:rPr lang="en-US"/>
              <a:t>prefixes.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1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48AD1842-B1E0-1460-1E16-B5FFA111FD3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F8CFF-B74E-C682-FE5C-18EE4D1B1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603" y="1088139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ABF46-FA50-8E82-A828-AA55D755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796" y="2182701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BA62D-8961-1536-02CE-529C07DE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9" y="2185736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4AFE7-C91E-23A9-E1C0-5C9C4433A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5796" y="2904838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0B6F60-1271-5581-3C5A-143386823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298" y="3561589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F42CA-CA81-FA78-9C2E-0124F81D6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581" y="3870835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138DCC-AE91-4474-F240-F82899341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223" y="2897493"/>
            <a:ext cx="2322105" cy="461884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AB7C3-0A2A-83DC-FFB9-4E627E31F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3466" y="5723163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99219-C9E2-3E81-11F9-0BD88ACCA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6539" y="5048674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C0C808-3397-9CCA-A476-E563AEBF7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0210" y="4396125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2C68AB53-7DFB-DBB6-A0D7-C7FA46075936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27978" y="1516764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43230562-5F5C-A042-BD0B-BBDA31293441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205041" y="1516764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C2973A9C-6391-14EA-3C48-27083E4DBB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6143" y="2619271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4278EA37-7D36-6E3F-6118-33D9829FE4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0521" y="313239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DA28DA9-7AF4-14A2-AC18-C47D518D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2637" y="5411592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41200-90DE-E95D-49E3-B5242C67C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5978" y="4730270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3C4232-B1E7-730A-2CCD-BB373EF5F6DA}"/>
              </a:ext>
            </a:extLst>
          </p:cNvPr>
          <p:cNvSpPr/>
          <p:nvPr/>
        </p:nvSpPr>
        <p:spPr>
          <a:xfrm>
            <a:off x="2010506" y="2109536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036EDA-DAA9-11BA-E3D1-21678C6D4B32}"/>
              </a:ext>
            </a:extLst>
          </p:cNvPr>
          <p:cNvSpPr/>
          <p:nvPr/>
        </p:nvSpPr>
        <p:spPr>
          <a:xfrm>
            <a:off x="6438511" y="2109536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CC52ECA1-9AB0-79DB-10C3-60E0B2E975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01163" y="406291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E321C0C2-2ABD-6137-80AC-6F266362E6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35904" y="495978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12FAFE10-0454-E3A7-F870-6B3311EF48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21349" y="573883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14B954-7A8B-B7F0-E242-D9EBBA37B2C9}"/>
              </a:ext>
            </a:extLst>
          </p:cNvPr>
          <p:cNvCxnSpPr/>
          <p:nvPr/>
        </p:nvCxnSpPr>
        <p:spPr>
          <a:xfrm flipH="1" flipV="1">
            <a:off x="3635904" y="4566321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E707CA6A-20D8-DE3D-FED5-632BEC8966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0203" y="2659298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F2F76800-69D6-8A55-290E-E4A15E4DAB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4581" y="317242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75828209-6304-1C07-6CF7-D4C8B9C4DC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65223" y="410294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8C5BA0E1-B351-0F75-2286-C6E540CF0F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17210" y="456632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B504497A-8C72-D6A7-8B6B-8E5D0E885E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34045" y="5244694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2B61E9-48BB-A9BA-D1B7-CFFDDCD1C8B4}"/>
              </a:ext>
            </a:extLst>
          </p:cNvPr>
          <p:cNvCxnSpPr/>
          <p:nvPr/>
        </p:nvCxnSpPr>
        <p:spPr>
          <a:xfrm flipV="1">
            <a:off x="8115200" y="4269868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C82AB213-89A3-9877-FA22-096C5BD834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95849" y="5935194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3946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B5D2-680B-6F77-EF3D-8F1B7823B1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8656-B5AE-4243-C0DC-571A864709F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Operator Grammar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A Grammar in which there is no Є in RHS of any production or no adjacent non terminals is called operator  grammar.</a:t>
            </a:r>
          </a:p>
          <a:p>
            <a:r>
              <a:rPr lang="en-US" dirty="0"/>
              <a:t>Example: 	E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EAE </a:t>
            </a:r>
            <a:r>
              <a:rPr lang="en-US" dirty="0">
                <a:sym typeface="Wingdings" panose="05000000000000000000" pitchFamily="2" charset="2"/>
              </a:rPr>
              <a:t>| (E) | 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		A + | * | -</a:t>
            </a:r>
          </a:p>
          <a:p>
            <a:r>
              <a:rPr lang="en-US" dirty="0">
                <a:sym typeface="Wingdings" panose="05000000000000000000" pitchFamily="2" charset="2"/>
              </a:rPr>
              <a:t>Above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grammar is not operator grammar </a:t>
            </a:r>
            <a:r>
              <a:rPr lang="en-US" dirty="0">
                <a:sym typeface="Wingdings" panose="05000000000000000000" pitchFamily="2" charset="2"/>
              </a:rPr>
              <a:t>because right side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EAE</a:t>
            </a:r>
            <a:r>
              <a:rPr lang="en-US" dirty="0">
                <a:sym typeface="Wingdings" panose="05000000000000000000" pitchFamily="2" charset="2"/>
              </a:rPr>
              <a:t> has consecutive non terminals.</a:t>
            </a:r>
          </a:p>
          <a:p>
            <a:r>
              <a:rPr lang="en-US" dirty="0">
                <a:sym typeface="Wingdings" panose="05000000000000000000" pitchFamily="2" charset="2"/>
              </a:rPr>
              <a:t>In operator precedence parsing we define following disjoint relations: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C251A7-4C6A-255B-97BF-5CF50D2EEFAE}"/>
              </a:ext>
            </a:extLst>
          </p:cNvPr>
          <p:cNvCxnSpPr>
            <a:cxnSpLocks/>
          </p:cNvCxnSpPr>
          <p:nvPr/>
        </p:nvCxnSpPr>
        <p:spPr>
          <a:xfrm>
            <a:off x="8718528" y="1262342"/>
            <a:ext cx="21657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F84254-B9E6-8C2F-966A-34650526D9F6}"/>
              </a:ext>
            </a:extLst>
          </p:cNvPr>
          <p:cNvCxnSpPr>
            <a:cxnSpLocks/>
          </p:cNvCxnSpPr>
          <p:nvPr/>
        </p:nvCxnSpPr>
        <p:spPr>
          <a:xfrm>
            <a:off x="561924" y="1686331"/>
            <a:ext cx="406907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3690C3-CABD-D6C3-4F8F-49C030997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13712"/>
              </p:ext>
            </p:extLst>
          </p:nvPr>
        </p:nvGraphicFramePr>
        <p:xfrm>
          <a:off x="2200224" y="4401935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Relation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608FEF-1261-C717-907D-36D09B1A0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477514"/>
              </p:ext>
            </p:extLst>
          </p:nvPr>
        </p:nvGraphicFramePr>
        <p:xfrm>
          <a:off x="2200224" y="4772775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a&lt;</a:t>
                      </a:r>
                      <a:r>
                        <a:rPr lang="en-US" sz="2400" b="1" baseline="18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b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baseline="0">
                          <a:solidFill>
                            <a:schemeClr val="tx1"/>
                          </a:solidFill>
                        </a:rPr>
                        <a:t> “yields precedence to” b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507404-1532-A297-035B-6C1966CB4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77281"/>
              </p:ext>
            </p:extLst>
          </p:nvPr>
        </p:nvGraphicFramePr>
        <p:xfrm>
          <a:off x="2204986" y="5140439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a=b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baseline="0">
                          <a:solidFill>
                            <a:schemeClr val="tx1"/>
                          </a:solidFill>
                        </a:rPr>
                        <a:t> “has the same precedence as” b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26256B-C5BC-7EE4-AEDE-214834DA2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19415"/>
              </p:ext>
            </p:extLst>
          </p:nvPr>
        </p:nvGraphicFramePr>
        <p:xfrm>
          <a:off x="2200224" y="5508103"/>
          <a:ext cx="6096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400" b="1" baseline="18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b="0">
                          <a:solidFill>
                            <a:schemeClr val="tx1"/>
                          </a:solidFill>
                        </a:rPr>
                        <a:t>&gt;b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b="0" baseline="0">
                          <a:solidFill>
                            <a:schemeClr val="tx1"/>
                          </a:solidFill>
                        </a:rPr>
                        <a:t> “takes precedence over” b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44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B84A-2529-A1F0-C933-C6E5AE344AD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Precedence &amp; associativity of operators</a:t>
            </a:r>
          </a:p>
        </p:txBody>
      </p:sp>
      <p:graphicFrame>
        <p:nvGraphicFramePr>
          <p:cNvPr id="3" name="Group 38">
            <a:extLst>
              <a:ext uri="{FF2B5EF4-FFF2-40B4-BE49-F238E27FC236}">
                <a16:creationId xmlns:a16="http://schemas.microsoft.com/office/drawing/2014/main" id="{01F0D072-3D9D-A4DF-5FC0-BC5DB23485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285264"/>
              </p:ext>
            </p:extLst>
          </p:nvPr>
        </p:nvGraphicFramePr>
        <p:xfrm>
          <a:off x="1773936" y="1014984"/>
          <a:ext cx="8229600" cy="2187577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1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Operator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Precedence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1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Associative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sz="2600" b="0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+mn-cs"/>
                        </a:rPr>
                        <a:t>↑</a:t>
                      </a:r>
                      <a:endParaRPr kumimoji="1" lang="en-US" altLang="zh-TW" sz="2400" b="0" i="0" u="sng" strike="noStrike" kern="9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right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*, /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1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+, -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400" b="0" i="0" u="none" strike="noStrike" kern="9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left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93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5C37-F7F2-78C6-D4E0-24084C26AFD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Steps of operator precedence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FB569-707A-B0A4-B0E5-F9276BF23F3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/>
              <a:t>Find Leading and trailing of non-terminal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 relation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Creation of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Parse the string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7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D4AE-3663-13B8-E360-83B38849A8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Leading &amp; Trailing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A3B9-55FD-3162-0797-59D3A309D7C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E47A1"/>
                </a:solidFill>
              </a:rPr>
              <a:t>Leading:- </a:t>
            </a:r>
            <a:r>
              <a:rPr lang="en-US" dirty="0"/>
              <a:t>Leading of a non-terminal is the </a:t>
            </a:r>
            <a:r>
              <a:rPr lang="en-US" dirty="0">
                <a:solidFill>
                  <a:srgbClr val="C00000"/>
                </a:solidFill>
              </a:rPr>
              <a:t>first terminal or operator </a:t>
            </a:r>
            <a:r>
              <a:rPr lang="en-US" dirty="0"/>
              <a:t>in production of that non-terminal.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E47A1"/>
                </a:solidFill>
              </a:rPr>
              <a:t>Trailing:- </a:t>
            </a:r>
            <a:r>
              <a:rPr lang="en-US" dirty="0"/>
              <a:t>Trailing of a non-terminal is the </a:t>
            </a:r>
            <a:r>
              <a:rPr lang="en-US" dirty="0">
                <a:solidFill>
                  <a:srgbClr val="C00000"/>
                </a:solidFill>
              </a:rPr>
              <a:t>last terminal or operator </a:t>
            </a:r>
            <a:r>
              <a:rPr lang="en-US" dirty="0"/>
              <a:t>in production of that non-terminal.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Example: 	</a:t>
            </a:r>
            <a:r>
              <a:rPr lang="en-US" dirty="0">
                <a:solidFill>
                  <a:srgbClr val="0E47A1"/>
                </a:solidFill>
              </a:rPr>
              <a:t>E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E+T |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		TT*F |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Fid</a:t>
            </a:r>
            <a:endParaRPr lang="en-US" dirty="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4C6B96-0018-AE9A-68D0-B486A0C6A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3850"/>
              </p:ext>
            </p:extLst>
          </p:nvPr>
        </p:nvGraphicFramePr>
        <p:xfrm>
          <a:off x="3402516" y="4059934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 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5911C5-CC97-A9B5-C299-19D5106BB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277030"/>
              </p:ext>
            </p:extLst>
          </p:nvPr>
        </p:nvGraphicFramePr>
        <p:xfrm>
          <a:off x="3402516" y="4430774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4519E5-BC88-5E0F-95F6-03AC45E3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00803"/>
              </p:ext>
            </p:extLst>
          </p:nvPr>
        </p:nvGraphicFramePr>
        <p:xfrm>
          <a:off x="3402516" y="4794946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383DA1-49FE-683F-AC0D-EA4DDD2A4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713211"/>
              </p:ext>
            </p:extLst>
          </p:nvPr>
        </p:nvGraphicFramePr>
        <p:xfrm>
          <a:off x="3402516" y="5159911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943FA3A-A3AD-61C4-6BE5-C1127154F270}"/>
              </a:ext>
            </a:extLst>
          </p:cNvPr>
          <p:cNvSpPr/>
          <p:nvPr/>
        </p:nvSpPr>
        <p:spPr>
          <a:xfrm>
            <a:off x="5512291" y="5206349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F76E7-D0E2-624D-5CE0-3166DD64FA89}"/>
              </a:ext>
            </a:extLst>
          </p:cNvPr>
          <p:cNvSpPr/>
          <p:nvPr/>
        </p:nvSpPr>
        <p:spPr>
          <a:xfrm>
            <a:off x="5498003" y="485659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4E8FF-1C1C-D510-6F0C-405028F59C2E}"/>
              </a:ext>
            </a:extLst>
          </p:cNvPr>
          <p:cNvSpPr/>
          <p:nvPr/>
        </p:nvSpPr>
        <p:spPr>
          <a:xfrm>
            <a:off x="5495962" y="4505563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A1A989-EAD5-5B09-52C6-9FA5F5FDC063}"/>
              </a:ext>
            </a:extLst>
          </p:cNvPr>
          <p:cNvSpPr/>
          <p:nvPr/>
        </p:nvSpPr>
        <p:spPr>
          <a:xfrm>
            <a:off x="7107748" y="5229117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2C22B1-0FF3-79D3-81DB-065BCBB5BBDD}"/>
              </a:ext>
            </a:extLst>
          </p:cNvPr>
          <p:cNvSpPr/>
          <p:nvPr/>
        </p:nvSpPr>
        <p:spPr>
          <a:xfrm>
            <a:off x="7107749" y="4866115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CAA30-3737-3ADB-3DD2-47E699FEC361}"/>
              </a:ext>
            </a:extLst>
          </p:cNvPr>
          <p:cNvSpPr/>
          <p:nvPr/>
        </p:nvSpPr>
        <p:spPr>
          <a:xfrm>
            <a:off x="7098228" y="4521670"/>
            <a:ext cx="761999" cy="257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9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1572-3B50-2817-4F60-204500EBF1A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establish a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8D54E0-859B-6589-20A9-F0714DA440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latin typeface="+mj-lt"/>
                  </a:rPr>
                  <a:t>For </a:t>
                </a: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 = b,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𝑎𝐴𝑏</m:t>
                    </m:r>
                  </m:oMath>
                </a14:m>
                <a:r>
                  <a:rPr lang="en-US">
                    <a:latin typeface="+mj-lt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latin typeface="+mj-lt"/>
                    <a:ea typeface="Cambria Math" panose="02040503050406030204" pitchFamily="18" charset="0"/>
                  </a:rPr>
                  <a:t> or a single non terminal  </a:t>
                </a:r>
                <a:r>
                  <a:rPr lang="en-US">
                    <a:solidFill>
                      <a:srgbClr val="0E47A1"/>
                    </a:solidFill>
                    <a:latin typeface="+mj-lt"/>
                    <a:ea typeface="Cambria Math" panose="02040503050406030204" pitchFamily="18" charset="0"/>
                  </a:rPr>
                  <a:t>[</a:t>
                </a:r>
                <a:r>
                  <a:rPr lang="en-US" err="1">
                    <a:solidFill>
                      <a:srgbClr val="0E47A1"/>
                    </a:solidFill>
                    <a:latin typeface="+mj-lt"/>
                    <a:ea typeface="Cambria Math" panose="02040503050406030204" pitchFamily="18" charset="0"/>
                  </a:rPr>
                  <a:t>e.g : (E)]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 &lt;</a:t>
                </a:r>
                <a:r>
                  <a:rPr lang="en-US" baseline="30000">
                    <a:solidFill>
                      <a:srgbClr val="C00000"/>
                    </a:solidFill>
                    <a:latin typeface="+mj-lt"/>
                  </a:rPr>
                  <a:t>.</a:t>
                </a: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b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&lt;.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𝐿𝑒𝑎𝑑𝑖𝑛𝑔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𝑁𝑇</m:t>
                        </m:r>
                      </m:e>
                    </m:d>
                  </m:oMath>
                </a14:m>
                <a:r>
                  <a:rPr lang="en-US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>
                    <a:solidFill>
                      <a:srgbClr val="0E47A1"/>
                    </a:solidFill>
                    <a:latin typeface="+mj-lt"/>
                    <a:ea typeface="Cambria Math" panose="02040503050406030204" pitchFamily="18" charset="0"/>
                  </a:rPr>
                  <a:t>[e.g : +T]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 </a:t>
                </a:r>
                <a:r>
                  <a:rPr lang="en-US" baseline="25000">
                    <a:solidFill>
                      <a:srgbClr val="C00000"/>
                    </a:solidFill>
                    <a:latin typeface="+mj-lt"/>
                  </a:rPr>
                  <a:t>.</a:t>
                </a: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&gt;b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𝑇𝑟𝑎𝑖𝑙𝑖𝑛𝑔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𝑁𝑇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𝑂𝑝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>
                    <a:solidFill>
                      <a:srgbClr val="0E47A1"/>
                    </a:solidFill>
                    <a:latin typeface="+mj-lt"/>
                    <a:ea typeface="Cambria Math" panose="02040503050406030204" pitchFamily="18" charset="0"/>
                  </a:rPr>
                  <a:t>[e.g : E+]</a:t>
                </a:r>
                <a:endParaRPr lang="en-US">
                  <a:solidFill>
                    <a:srgbClr val="0E47A1"/>
                  </a:solidFill>
                  <a:latin typeface="+mj-lt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$ &lt;</a:t>
                </a:r>
                <a:r>
                  <a:rPr lang="en-US" baseline="30000">
                    <a:solidFill>
                      <a:srgbClr val="C00000"/>
                    </a:solidFill>
                    <a:latin typeface="+mj-lt"/>
                  </a:rPr>
                  <a:t>.</a:t>
                </a: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Leading (start symbol)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Trailing (start symbol)</a:t>
                </a:r>
                <a:r>
                  <a:rPr lang="en-US" baseline="25000">
                    <a:solidFill>
                      <a:srgbClr val="C00000"/>
                    </a:solidFill>
                    <a:latin typeface="+mj-lt"/>
                  </a:rPr>
                  <a:t> .</a:t>
                </a:r>
                <a:r>
                  <a:rPr lang="en-US">
                    <a:solidFill>
                      <a:srgbClr val="C00000"/>
                    </a:solidFill>
                    <a:latin typeface="+mj-lt"/>
                  </a:rPr>
                  <a:t>&gt; $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8D54E0-859B-6589-20A9-F0714DA44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58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2138-C70E-2EEE-7B8A-85EFC61DAAB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21441-9C5B-74FA-78BC-263B497995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a &lt;</a:t>
                </a:r>
                <a:r>
                  <a:rPr lang="en-US" b="1" baseline="30000" dirty="0">
                    <a:solidFill>
                      <a:srgbClr val="C00000"/>
                    </a:solidFill>
                    <a:latin typeface="+mj-lt"/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b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&lt;</m:t>
                    </m:r>
                    <m:r>
                      <a:rPr lang="en-US" sz="2600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baseline="30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𝐿𝑒𝑎𝑑𝑖𝑛𝑔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𝑁𝑇</m:t>
                        </m:r>
                      </m:e>
                    </m:d>
                  </m:oMath>
                </a14:m>
                <a:endParaRPr lang="en-US" sz="2600" i="1" dirty="0">
                  <a:latin typeface="+mj-l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		             + &lt;</m:t>
                    </m:r>
                    <m:r>
                      <a:rPr lang="en-US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∗,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</m:oMath>
                </a14:m>
                <a:endParaRPr lang="en-US" i="1" dirty="0">
                  <a:latin typeface="+mj-l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		            ∗ &lt;</m:t>
                    </m:r>
                    <m:r>
                      <a:rPr lang="en-US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21441-9C5B-74FA-78BC-263B49799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976C1B-18BE-37FA-F9DA-A9525EBF2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968348"/>
              </p:ext>
            </p:extLst>
          </p:nvPr>
        </p:nvGraphicFramePr>
        <p:xfrm>
          <a:off x="238113" y="1488683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C04947-ECEB-C8DC-7AF3-E4E74C5C0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169473"/>
              </p:ext>
            </p:extLst>
          </p:nvPr>
        </p:nvGraphicFramePr>
        <p:xfrm>
          <a:off x="238113" y="1859523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9C2B9A-B574-E4A7-F758-553032325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446069"/>
              </p:ext>
            </p:extLst>
          </p:nvPr>
        </p:nvGraphicFramePr>
        <p:xfrm>
          <a:off x="238113" y="222369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5D6D74-4814-801B-9098-DA30A36E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144174"/>
              </p:ext>
            </p:extLst>
          </p:nvPr>
        </p:nvGraphicFramePr>
        <p:xfrm>
          <a:off x="238113" y="2588660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78B9485-4FC6-732F-B7F1-6A45B275807C}"/>
              </a:ext>
            </a:extLst>
          </p:cNvPr>
          <p:cNvSpPr/>
          <p:nvPr/>
        </p:nvSpPr>
        <p:spPr>
          <a:xfrm>
            <a:off x="157162" y="1019162"/>
            <a:ext cx="4576742" cy="34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1: Find Leading &amp; Trailing of 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3AC19-5320-412E-0510-57D9C4A30B8F}"/>
              </a:ext>
            </a:extLst>
          </p:cNvPr>
          <p:cNvSpPr/>
          <p:nvPr/>
        </p:nvSpPr>
        <p:spPr>
          <a:xfrm>
            <a:off x="157162" y="3334139"/>
            <a:ext cx="3267088" cy="20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2: Establish Relation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68C17D-2FA9-DC84-05C6-141C152B3922}"/>
              </a:ext>
            </a:extLst>
          </p:cNvPr>
          <p:cNvSpPr/>
          <p:nvPr/>
        </p:nvSpPr>
        <p:spPr>
          <a:xfrm>
            <a:off x="6329340" y="120966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/>
              <a:t>E</a:t>
            </a:r>
            <a:r>
              <a:rPr lang="en-US" sz="2200" b="1">
                <a:sym typeface="Wingdings" panose="05000000000000000000" pitchFamily="2" charset="2"/>
              </a:rPr>
              <a:t> E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0EE95-4F0C-6834-A86A-ADF9C645E3DE}"/>
              </a:ext>
            </a:extLst>
          </p:cNvPr>
          <p:cNvSpPr/>
          <p:nvPr/>
        </p:nvSpPr>
        <p:spPr>
          <a:xfrm>
            <a:off x="4962494" y="3233071"/>
            <a:ext cx="305757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Step3: Creation of Table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98AF3-5E86-3C58-5F2B-5C51C3C4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161742"/>
              </p:ext>
            </p:extLst>
          </p:nvPr>
        </p:nvGraphicFramePr>
        <p:xfrm>
          <a:off x="5105400" y="369846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942083C-7170-5A5E-C76B-7789BAA1C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648980"/>
              </p:ext>
            </p:extLst>
          </p:nvPr>
        </p:nvGraphicFramePr>
        <p:xfrm>
          <a:off x="5105399" y="4062637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566FBA8-0C8F-0A9B-A9AD-2C61B8608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341541"/>
              </p:ext>
            </p:extLst>
          </p:nvPr>
        </p:nvGraphicFramePr>
        <p:xfrm>
          <a:off x="5105398" y="442528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690863-37A3-F913-CFBA-470800E6E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41080"/>
              </p:ext>
            </p:extLst>
          </p:nvPr>
        </p:nvGraphicFramePr>
        <p:xfrm>
          <a:off x="5105397" y="4789458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41180F1-C6B0-0331-FD2A-96D80A55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369343"/>
              </p:ext>
            </p:extLst>
          </p:nvPr>
        </p:nvGraphicFramePr>
        <p:xfrm>
          <a:off x="5105396" y="51505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7A7CDCF1-505F-B755-ACFF-E79486C68993}"/>
              </a:ext>
            </a:extLst>
          </p:cNvPr>
          <p:cNvSpPr/>
          <p:nvPr/>
        </p:nvSpPr>
        <p:spPr>
          <a:xfrm>
            <a:off x="5867402" y="413090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8F626-5042-830D-3C4A-EEDDFA8C3558}"/>
              </a:ext>
            </a:extLst>
          </p:cNvPr>
          <p:cNvSpPr/>
          <p:nvPr/>
        </p:nvSpPr>
        <p:spPr>
          <a:xfrm>
            <a:off x="6629405" y="412714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807718-33E6-BCFE-63C3-FEDC9D8E7F9B}"/>
              </a:ext>
            </a:extLst>
          </p:cNvPr>
          <p:cNvSpPr/>
          <p:nvPr/>
        </p:nvSpPr>
        <p:spPr>
          <a:xfrm>
            <a:off x="7391408" y="412714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FAB774-8EC6-4DF5-B5B8-5423EF9D0277}"/>
              </a:ext>
            </a:extLst>
          </p:cNvPr>
          <p:cNvSpPr/>
          <p:nvPr/>
        </p:nvSpPr>
        <p:spPr>
          <a:xfrm>
            <a:off x="8053416" y="412596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6A3FF8-64C8-966F-00D1-3A8FA97BCB32}"/>
              </a:ext>
            </a:extLst>
          </p:cNvPr>
          <p:cNvSpPr/>
          <p:nvPr/>
        </p:nvSpPr>
        <p:spPr>
          <a:xfrm>
            <a:off x="5834058" y="449762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4ECDCB-856E-323F-1113-040C70B71D0D}"/>
              </a:ext>
            </a:extLst>
          </p:cNvPr>
          <p:cNvSpPr/>
          <p:nvPr/>
        </p:nvSpPr>
        <p:spPr>
          <a:xfrm>
            <a:off x="6596061" y="449386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75B8A5-D71C-8EA0-9493-2726A432B4D6}"/>
              </a:ext>
            </a:extLst>
          </p:cNvPr>
          <p:cNvSpPr/>
          <p:nvPr/>
        </p:nvSpPr>
        <p:spPr>
          <a:xfrm>
            <a:off x="7358064" y="449386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604784-AC00-E53B-B266-8D8A3A2F26FB}"/>
              </a:ext>
            </a:extLst>
          </p:cNvPr>
          <p:cNvSpPr/>
          <p:nvPr/>
        </p:nvSpPr>
        <p:spPr>
          <a:xfrm>
            <a:off x="8020072" y="449268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60109-C55D-D26A-AFF5-1F0D535A5397}"/>
              </a:ext>
            </a:extLst>
          </p:cNvPr>
          <p:cNvSpPr/>
          <p:nvPr/>
        </p:nvSpPr>
        <p:spPr>
          <a:xfrm>
            <a:off x="5834061" y="486910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277832-CAF7-68ED-8A27-D6B9A5231A61}"/>
              </a:ext>
            </a:extLst>
          </p:cNvPr>
          <p:cNvSpPr/>
          <p:nvPr/>
        </p:nvSpPr>
        <p:spPr>
          <a:xfrm>
            <a:off x="6596064" y="4865343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B89CF0-BEFD-9934-0B52-B6E4194B25C8}"/>
              </a:ext>
            </a:extLst>
          </p:cNvPr>
          <p:cNvSpPr/>
          <p:nvPr/>
        </p:nvSpPr>
        <p:spPr>
          <a:xfrm>
            <a:off x="7358067" y="48653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A2B065-2031-2C84-7133-4C4E418DC658}"/>
              </a:ext>
            </a:extLst>
          </p:cNvPr>
          <p:cNvSpPr/>
          <p:nvPr/>
        </p:nvSpPr>
        <p:spPr>
          <a:xfrm>
            <a:off x="8020075" y="486415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95523B-5010-A59A-C387-ECA0F9202DF3}"/>
              </a:ext>
            </a:extLst>
          </p:cNvPr>
          <p:cNvSpPr/>
          <p:nvPr/>
        </p:nvSpPr>
        <p:spPr>
          <a:xfrm>
            <a:off x="5834061" y="521200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5E1044-9FB7-B555-FD30-115F5BC23628}"/>
              </a:ext>
            </a:extLst>
          </p:cNvPr>
          <p:cNvSpPr/>
          <p:nvPr/>
        </p:nvSpPr>
        <p:spPr>
          <a:xfrm>
            <a:off x="6596064" y="52082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F620F8-BA01-17D3-876F-9242AA1C8AAA}"/>
              </a:ext>
            </a:extLst>
          </p:cNvPr>
          <p:cNvSpPr/>
          <p:nvPr/>
        </p:nvSpPr>
        <p:spPr>
          <a:xfrm>
            <a:off x="7358067" y="520824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6BD029-EA26-350D-0A11-57BAC281B1AB}"/>
              </a:ext>
            </a:extLst>
          </p:cNvPr>
          <p:cNvSpPr/>
          <p:nvPr/>
        </p:nvSpPr>
        <p:spPr>
          <a:xfrm>
            <a:off x="8020075" y="5207057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010942-F939-2393-3EBA-563415F24E42}"/>
              </a:ext>
            </a:extLst>
          </p:cNvPr>
          <p:cNvSpPr/>
          <p:nvPr/>
        </p:nvSpPr>
        <p:spPr>
          <a:xfrm>
            <a:off x="6888530" y="122465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 +T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4672B9-75CE-B17E-5C78-B5E9B0D99E71}"/>
              </a:ext>
            </a:extLst>
          </p:cNvPr>
          <p:cNvSpPr/>
          <p:nvPr/>
        </p:nvSpPr>
        <p:spPr>
          <a:xfrm>
            <a:off x="7255230" y="122465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| T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A7D1DA-0BD3-92D2-3E55-796F08C0C83C}"/>
              </a:ext>
            </a:extLst>
          </p:cNvPr>
          <p:cNvSpPr/>
          <p:nvPr/>
        </p:nvSpPr>
        <p:spPr>
          <a:xfrm>
            <a:off x="6329340" y="154143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T 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2FE609-B4FF-3565-C51E-687228CA69FC}"/>
              </a:ext>
            </a:extLst>
          </p:cNvPr>
          <p:cNvSpPr/>
          <p:nvPr/>
        </p:nvSpPr>
        <p:spPr>
          <a:xfrm>
            <a:off x="6991347" y="1572311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/>
              <a:t>*F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957CC4-FA7E-6272-F9AB-ECBA10D6443A}"/>
              </a:ext>
            </a:extLst>
          </p:cNvPr>
          <p:cNvSpPr/>
          <p:nvPr/>
        </p:nvSpPr>
        <p:spPr>
          <a:xfrm>
            <a:off x="7255230" y="154143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| F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6B30C-C9A0-CDED-507A-EECF04205D21}"/>
              </a:ext>
            </a:extLst>
          </p:cNvPr>
          <p:cNvSpPr/>
          <p:nvPr/>
        </p:nvSpPr>
        <p:spPr>
          <a:xfrm>
            <a:off x="6344039" y="185821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F id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B289243-C853-2D93-2DDD-6D0AB50F06D5}"/>
              </a:ext>
            </a:extLst>
          </p:cNvPr>
          <p:cNvCxnSpPr/>
          <p:nvPr/>
        </p:nvCxnSpPr>
        <p:spPr>
          <a:xfrm flipH="1">
            <a:off x="1938512" y="4535122"/>
            <a:ext cx="0" cy="130628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46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8" grpId="0" animBg="1"/>
      <p:bldP spid="19" grpId="0" animBg="1"/>
      <p:bldP spid="23" grpId="0" animBg="1"/>
      <p:bldP spid="33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E62E-466C-1751-1169-1ECC691B911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0733B-F802-B2BD-2E38-7F139A219A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C00000"/>
                    </a:solidFill>
                  </a:rPr>
                  <a:t>a </a:t>
                </a:r>
                <a:r>
                  <a:rPr lang="en-US" b="1" baseline="25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&gt;b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i="1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𝑇𝑟𝑎𝑖𝑙𝑖𝑛𝑔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𝑁𝑇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600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𝑂𝑝</m:t>
                    </m:r>
                  </m:oMath>
                </a14:m>
                <a:endParaRPr lang="en-US" sz="2600" i="1" dirty="0"/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		          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+,∗,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 +</m:t>
                    </m:r>
                  </m:oMath>
                </a14:m>
                <a:endParaRPr lang="en-US" i="1" dirty="0"/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            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{∗,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aseline="10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&gt;∗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10733B-F802-B2BD-2E38-7F139A219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5C5FE5-3A11-8E1A-DEFE-590A4AD6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292529"/>
              </p:ext>
            </p:extLst>
          </p:nvPr>
        </p:nvGraphicFramePr>
        <p:xfrm>
          <a:off x="238113" y="148587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B7FCDC-D7F2-C837-1419-487AC8B2F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95642"/>
              </p:ext>
            </p:extLst>
          </p:nvPr>
        </p:nvGraphicFramePr>
        <p:xfrm>
          <a:off x="238113" y="185671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FF2FBD-48E9-B148-9ED7-001F56FAE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702547"/>
              </p:ext>
            </p:extLst>
          </p:nvPr>
        </p:nvGraphicFramePr>
        <p:xfrm>
          <a:off x="238113" y="2220887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3576D2-065D-C874-38C5-85DC7EF0B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39498"/>
              </p:ext>
            </p:extLst>
          </p:nvPr>
        </p:nvGraphicFramePr>
        <p:xfrm>
          <a:off x="238113" y="2585852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57185BA-8654-DA4C-D7C6-F2E6AD9D9FFC}"/>
              </a:ext>
            </a:extLst>
          </p:cNvPr>
          <p:cNvSpPr/>
          <p:nvPr/>
        </p:nvSpPr>
        <p:spPr>
          <a:xfrm>
            <a:off x="131180" y="3200922"/>
            <a:ext cx="303848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Step2: Establish Relation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691F11-3686-6E39-412C-A61742C44866}"/>
              </a:ext>
            </a:extLst>
          </p:cNvPr>
          <p:cNvSpPr/>
          <p:nvPr/>
        </p:nvSpPr>
        <p:spPr>
          <a:xfrm>
            <a:off x="6329340" y="120966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/>
              <a:t>E</a:t>
            </a:r>
            <a:r>
              <a:rPr lang="en-US" sz="2200" b="1">
                <a:sym typeface="Wingdings" panose="05000000000000000000" pitchFamily="2" charset="2"/>
              </a:rPr>
              <a:t>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150C3-44B4-702F-2274-F21FC6EF0387}"/>
              </a:ext>
            </a:extLst>
          </p:cNvPr>
          <p:cNvSpPr/>
          <p:nvPr/>
        </p:nvSpPr>
        <p:spPr>
          <a:xfrm>
            <a:off x="4962494" y="3233071"/>
            <a:ext cx="305757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Step3: Creation of Table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638AD2-A0C0-E07E-3D49-B0A8D9C1D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843033"/>
              </p:ext>
            </p:extLst>
          </p:nvPr>
        </p:nvGraphicFramePr>
        <p:xfrm>
          <a:off x="5105400" y="369846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C1AE466-F74E-F452-EC66-A36D89CAE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401041"/>
              </p:ext>
            </p:extLst>
          </p:nvPr>
        </p:nvGraphicFramePr>
        <p:xfrm>
          <a:off x="5105399" y="4062637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56985F-96D9-CF28-6B28-AC0412839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176850"/>
              </p:ext>
            </p:extLst>
          </p:nvPr>
        </p:nvGraphicFramePr>
        <p:xfrm>
          <a:off x="5105398" y="442528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1349845-5189-0B6B-4E40-535C6711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840193"/>
              </p:ext>
            </p:extLst>
          </p:nvPr>
        </p:nvGraphicFramePr>
        <p:xfrm>
          <a:off x="5105397" y="4789458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7A1A759-96C2-F45C-1392-A972F3000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011152"/>
              </p:ext>
            </p:extLst>
          </p:nvPr>
        </p:nvGraphicFramePr>
        <p:xfrm>
          <a:off x="5105396" y="51505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5257D71-3C31-FC67-8193-B6D621EE0B92}"/>
              </a:ext>
            </a:extLst>
          </p:cNvPr>
          <p:cNvSpPr/>
          <p:nvPr/>
        </p:nvSpPr>
        <p:spPr>
          <a:xfrm>
            <a:off x="5867402" y="413090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EE1292-52B2-B0AB-1B2D-1457DE963FC3}"/>
              </a:ext>
            </a:extLst>
          </p:cNvPr>
          <p:cNvSpPr/>
          <p:nvPr/>
        </p:nvSpPr>
        <p:spPr>
          <a:xfrm>
            <a:off x="8053416" y="412596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BD3A4F-15EA-FCB9-5361-AD35D5EACFD9}"/>
              </a:ext>
            </a:extLst>
          </p:cNvPr>
          <p:cNvSpPr/>
          <p:nvPr/>
        </p:nvSpPr>
        <p:spPr>
          <a:xfrm>
            <a:off x="5834058" y="449762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E6B439-AE62-F703-5806-82E3FF8DB445}"/>
              </a:ext>
            </a:extLst>
          </p:cNvPr>
          <p:cNvSpPr/>
          <p:nvPr/>
        </p:nvSpPr>
        <p:spPr>
          <a:xfrm>
            <a:off x="6596061" y="449386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C0C233-9BFB-0778-FE7C-3D43F35BA986}"/>
              </a:ext>
            </a:extLst>
          </p:cNvPr>
          <p:cNvSpPr/>
          <p:nvPr/>
        </p:nvSpPr>
        <p:spPr>
          <a:xfrm>
            <a:off x="8020072" y="4492684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C245A4-34FF-E87B-C8AF-E4D0424D22B4}"/>
              </a:ext>
            </a:extLst>
          </p:cNvPr>
          <p:cNvSpPr/>
          <p:nvPr/>
        </p:nvSpPr>
        <p:spPr>
          <a:xfrm>
            <a:off x="5834061" y="486910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05640B-9B17-696A-4B5B-5005E56729BD}"/>
              </a:ext>
            </a:extLst>
          </p:cNvPr>
          <p:cNvSpPr/>
          <p:nvPr/>
        </p:nvSpPr>
        <p:spPr>
          <a:xfrm>
            <a:off x="6596064" y="4865343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F31CFA-73BA-CF08-C7BC-80F80C5D03FA}"/>
              </a:ext>
            </a:extLst>
          </p:cNvPr>
          <p:cNvSpPr/>
          <p:nvPr/>
        </p:nvSpPr>
        <p:spPr>
          <a:xfrm>
            <a:off x="7358067" y="48653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E17327-E798-D2AD-F2FE-0BB66B75715B}"/>
              </a:ext>
            </a:extLst>
          </p:cNvPr>
          <p:cNvSpPr/>
          <p:nvPr/>
        </p:nvSpPr>
        <p:spPr>
          <a:xfrm>
            <a:off x="8020075" y="486415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81A512-5EB9-78B9-F931-7C6999CAFE01}"/>
              </a:ext>
            </a:extLst>
          </p:cNvPr>
          <p:cNvSpPr/>
          <p:nvPr/>
        </p:nvSpPr>
        <p:spPr>
          <a:xfrm>
            <a:off x="5834061" y="521200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16F9C1-B73E-7D9F-FB6C-D54D85601B3B}"/>
              </a:ext>
            </a:extLst>
          </p:cNvPr>
          <p:cNvSpPr/>
          <p:nvPr/>
        </p:nvSpPr>
        <p:spPr>
          <a:xfrm>
            <a:off x="6596064" y="52082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A2BB0E-A1C8-EC23-9C55-5DB3DE9EA9E6}"/>
              </a:ext>
            </a:extLst>
          </p:cNvPr>
          <p:cNvSpPr/>
          <p:nvPr/>
        </p:nvSpPr>
        <p:spPr>
          <a:xfrm>
            <a:off x="7358067" y="5208241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269304-4E64-EAC1-52C4-DD9F801C7EA2}"/>
              </a:ext>
            </a:extLst>
          </p:cNvPr>
          <p:cNvSpPr/>
          <p:nvPr/>
        </p:nvSpPr>
        <p:spPr>
          <a:xfrm>
            <a:off x="8020075" y="5207057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23EF27-A85B-6D22-8D99-243A1A59F58D}"/>
              </a:ext>
            </a:extLst>
          </p:cNvPr>
          <p:cNvSpPr/>
          <p:nvPr/>
        </p:nvSpPr>
        <p:spPr>
          <a:xfrm>
            <a:off x="6792285" y="123964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 E+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A2274-52EA-32F9-2D20-2871F2A1A2AD}"/>
              </a:ext>
            </a:extLst>
          </p:cNvPr>
          <p:cNvSpPr/>
          <p:nvPr/>
        </p:nvSpPr>
        <p:spPr>
          <a:xfrm>
            <a:off x="7193174" y="123964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T| T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686E70-5F66-5D86-8922-3B17BF05A36D}"/>
              </a:ext>
            </a:extLst>
          </p:cNvPr>
          <p:cNvSpPr/>
          <p:nvPr/>
        </p:nvSpPr>
        <p:spPr>
          <a:xfrm>
            <a:off x="6329340" y="154143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T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DAE65F-6BE8-553D-ABF6-08041DB407D2}"/>
              </a:ext>
            </a:extLst>
          </p:cNvPr>
          <p:cNvSpPr/>
          <p:nvPr/>
        </p:nvSpPr>
        <p:spPr>
          <a:xfrm>
            <a:off x="6851052" y="1557618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/>
              <a:t>T*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D99216-99F0-A3A7-3674-FA694969C929}"/>
              </a:ext>
            </a:extLst>
          </p:cNvPr>
          <p:cNvSpPr/>
          <p:nvPr/>
        </p:nvSpPr>
        <p:spPr>
          <a:xfrm>
            <a:off x="7199328" y="154143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F| F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A6DC19-744A-374F-7A27-BA7E16AEEF46}"/>
              </a:ext>
            </a:extLst>
          </p:cNvPr>
          <p:cNvSpPr/>
          <p:nvPr/>
        </p:nvSpPr>
        <p:spPr>
          <a:xfrm>
            <a:off x="6344039" y="185821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F id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F00B86-B06B-BA26-11E1-00688827B2E1}"/>
              </a:ext>
            </a:extLst>
          </p:cNvPr>
          <p:cNvCxnSpPr/>
          <p:nvPr/>
        </p:nvCxnSpPr>
        <p:spPr>
          <a:xfrm flipH="1">
            <a:off x="1908810" y="4209995"/>
            <a:ext cx="0" cy="130628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2F7D40F-0A00-B793-5009-DC5732A7771A}"/>
              </a:ext>
            </a:extLst>
          </p:cNvPr>
          <p:cNvSpPr/>
          <p:nvPr/>
        </p:nvSpPr>
        <p:spPr>
          <a:xfrm>
            <a:off x="0" y="945712"/>
            <a:ext cx="4576742" cy="34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1: Find Leading &amp; Trailing of NT </a:t>
            </a:r>
          </a:p>
        </p:txBody>
      </p:sp>
    </p:spTree>
    <p:extLst>
      <p:ext uri="{BB962C8B-B14F-4D97-AF65-F5344CB8AC3E}">
        <p14:creationId xmlns:p14="http://schemas.microsoft.com/office/powerpoint/2010/main" val="346670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C846-8DBD-3979-3BFC-7AACDF0C9AB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CF3696-7798-CD2E-6BAC-BA9E6E7C4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241357"/>
              </p:ext>
            </p:extLst>
          </p:nvPr>
        </p:nvGraphicFramePr>
        <p:xfrm>
          <a:off x="238113" y="148587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Nonterminal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Leading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Trailing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F6922C-F314-D6E2-D901-65768154D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807624"/>
              </p:ext>
            </p:extLst>
          </p:nvPr>
        </p:nvGraphicFramePr>
        <p:xfrm>
          <a:off x="238113" y="1856715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{+,*,id}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73F691-6716-7E46-A32C-56A5146D0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577711"/>
              </p:ext>
            </p:extLst>
          </p:nvPr>
        </p:nvGraphicFramePr>
        <p:xfrm>
          <a:off x="238113" y="2220887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{*,id}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A98E9A-E65E-9F8C-302A-A65D91D77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76342"/>
              </p:ext>
            </p:extLst>
          </p:nvPr>
        </p:nvGraphicFramePr>
        <p:xfrm>
          <a:off x="238113" y="2585852"/>
          <a:ext cx="4953000" cy="370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</a:rPr>
                        <a:t>{id}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7D45548-AFF6-015E-5EDB-3C22C7BAFD07}"/>
              </a:ext>
            </a:extLst>
          </p:cNvPr>
          <p:cNvSpPr/>
          <p:nvPr/>
        </p:nvSpPr>
        <p:spPr>
          <a:xfrm>
            <a:off x="16329" y="3442121"/>
            <a:ext cx="3343288" cy="81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2: Establish Relation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8D3BF8-93FA-A7CB-123B-5D1E56C7F8E1}"/>
              </a:ext>
            </a:extLst>
          </p:cNvPr>
          <p:cNvSpPr/>
          <p:nvPr/>
        </p:nvSpPr>
        <p:spPr>
          <a:xfrm>
            <a:off x="6329340" y="120966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/>
              <a:t>E</a:t>
            </a:r>
            <a:r>
              <a:rPr lang="en-US" sz="2200" b="1">
                <a:sym typeface="Wingdings" panose="05000000000000000000" pitchFamily="2" charset="2"/>
              </a:rPr>
              <a:t>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8A292D-B98B-BD04-13A8-91DDDDA586BF}"/>
              </a:ext>
            </a:extLst>
          </p:cNvPr>
          <p:cNvSpPr/>
          <p:nvPr/>
        </p:nvSpPr>
        <p:spPr>
          <a:xfrm>
            <a:off x="4962494" y="3233071"/>
            <a:ext cx="305757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3: Creation of Table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E70984-15A6-7A3E-604B-2E8C792B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043422"/>
              </p:ext>
            </p:extLst>
          </p:nvPr>
        </p:nvGraphicFramePr>
        <p:xfrm>
          <a:off x="5105400" y="369846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3255018-CDE0-89A9-60B3-AE54D4CE9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71582"/>
              </p:ext>
            </p:extLst>
          </p:nvPr>
        </p:nvGraphicFramePr>
        <p:xfrm>
          <a:off x="5105399" y="4062637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AC5B29B-0DDB-0C28-B96A-15BCC603F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64476"/>
              </p:ext>
            </p:extLst>
          </p:nvPr>
        </p:nvGraphicFramePr>
        <p:xfrm>
          <a:off x="5105398" y="442528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4C01CB9-CB46-FB3C-DC51-DA153AE73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11170"/>
              </p:ext>
            </p:extLst>
          </p:nvPr>
        </p:nvGraphicFramePr>
        <p:xfrm>
          <a:off x="5105397" y="4789458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00667E-E1DA-C7BD-6B79-0B76C3C2D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11279"/>
              </p:ext>
            </p:extLst>
          </p:nvPr>
        </p:nvGraphicFramePr>
        <p:xfrm>
          <a:off x="5105396" y="51505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7D1DCB9-61AA-0DD3-D579-D633FE675AEC}"/>
              </a:ext>
            </a:extLst>
          </p:cNvPr>
          <p:cNvSpPr/>
          <p:nvPr/>
        </p:nvSpPr>
        <p:spPr>
          <a:xfrm>
            <a:off x="8000107" y="4133715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F2B415-87FD-2648-EB02-1E22F80C10C8}"/>
              </a:ext>
            </a:extLst>
          </p:cNvPr>
          <p:cNvSpPr/>
          <p:nvPr/>
        </p:nvSpPr>
        <p:spPr>
          <a:xfrm>
            <a:off x="7358067" y="4865342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C483C2-8FF3-F38D-EC6C-D7C96069080F}"/>
              </a:ext>
            </a:extLst>
          </p:cNvPr>
          <p:cNvSpPr/>
          <p:nvPr/>
        </p:nvSpPr>
        <p:spPr>
          <a:xfrm>
            <a:off x="8020075" y="4864158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3D462-0F02-4A16-9C34-4826819F66D5}"/>
              </a:ext>
            </a:extLst>
          </p:cNvPr>
          <p:cNvSpPr/>
          <p:nvPr/>
        </p:nvSpPr>
        <p:spPr>
          <a:xfrm>
            <a:off x="5869839" y="5224660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A2C27-B207-A2A3-C35D-CF500DC26C13}"/>
              </a:ext>
            </a:extLst>
          </p:cNvPr>
          <p:cNvSpPr/>
          <p:nvPr/>
        </p:nvSpPr>
        <p:spPr>
          <a:xfrm>
            <a:off x="8020075" y="5207057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4ACC23-44CC-F470-F20A-1A9ECD3F2979}"/>
              </a:ext>
            </a:extLst>
          </p:cNvPr>
          <p:cNvSpPr/>
          <p:nvPr/>
        </p:nvSpPr>
        <p:spPr>
          <a:xfrm>
            <a:off x="6792285" y="123964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 E+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40C23F-6FDA-65AE-14A0-63E5124F94C1}"/>
              </a:ext>
            </a:extLst>
          </p:cNvPr>
          <p:cNvSpPr/>
          <p:nvPr/>
        </p:nvSpPr>
        <p:spPr>
          <a:xfrm>
            <a:off x="7193174" y="123964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T| T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3BAA8A-96D1-A321-7A7A-B3056570CC94}"/>
              </a:ext>
            </a:extLst>
          </p:cNvPr>
          <p:cNvSpPr/>
          <p:nvPr/>
        </p:nvSpPr>
        <p:spPr>
          <a:xfrm>
            <a:off x="6329340" y="154143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T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9AA266-B69B-2B17-F677-8DEFFFF33611}"/>
              </a:ext>
            </a:extLst>
          </p:cNvPr>
          <p:cNvSpPr/>
          <p:nvPr/>
        </p:nvSpPr>
        <p:spPr>
          <a:xfrm>
            <a:off x="6851052" y="1557618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/>
              <a:t>T*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CC13B5-765B-22AF-33A4-BE6B0FE42319}"/>
              </a:ext>
            </a:extLst>
          </p:cNvPr>
          <p:cNvSpPr/>
          <p:nvPr/>
        </p:nvSpPr>
        <p:spPr>
          <a:xfrm>
            <a:off x="7199328" y="1541432"/>
            <a:ext cx="10287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F| F</a:t>
            </a:r>
            <a:r>
              <a:rPr lang="en-US" sz="2200" b="1"/>
              <a:t>	</a:t>
            </a:r>
            <a:endParaRPr lang="en-US" sz="2200" b="1">
              <a:sym typeface="Wingdings" panose="05000000000000000000" pitchFamily="2" charset="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EA5516-8023-35A3-9C46-861304760BDB}"/>
              </a:ext>
            </a:extLst>
          </p:cNvPr>
          <p:cNvSpPr/>
          <p:nvPr/>
        </p:nvSpPr>
        <p:spPr>
          <a:xfrm>
            <a:off x="6344039" y="1858212"/>
            <a:ext cx="10287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ym typeface="Wingdings" panose="05000000000000000000" pitchFamily="2" charset="2"/>
              </a:rPr>
              <a:t>F 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E6D1E9-447D-3FE8-11FE-601EEBCF44A5}"/>
              </a:ext>
            </a:extLst>
          </p:cNvPr>
          <p:cNvSpPr/>
          <p:nvPr/>
        </p:nvSpPr>
        <p:spPr>
          <a:xfrm>
            <a:off x="7351343" y="5223153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53A6F0-B3A2-416B-9EFA-7D5A5799FBF4}"/>
              </a:ext>
            </a:extLst>
          </p:cNvPr>
          <p:cNvSpPr/>
          <p:nvPr/>
        </p:nvSpPr>
        <p:spPr>
          <a:xfrm>
            <a:off x="6591751" y="5214965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31B88A-99C7-20AB-B35A-62AD02C456CC}"/>
              </a:ext>
            </a:extLst>
          </p:cNvPr>
          <p:cNvSpPr/>
          <p:nvPr/>
        </p:nvSpPr>
        <p:spPr>
          <a:xfrm>
            <a:off x="8053157" y="4501879"/>
            <a:ext cx="495282" cy="225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532BDA-46BE-E5FE-6C46-391EF41B09F6}"/>
              </a:ext>
            </a:extLst>
          </p:cNvPr>
          <p:cNvSpPr/>
          <p:nvPr/>
        </p:nvSpPr>
        <p:spPr>
          <a:xfrm>
            <a:off x="16329" y="983333"/>
            <a:ext cx="4576742" cy="349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1: Find Leading &amp; Trailing of 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C4748E-FFEA-A5C2-08A3-569CDA065404}"/>
                  </a:ext>
                </a:extLst>
              </p:cNvPr>
              <p:cNvSpPr/>
              <p:nvPr/>
            </p:nvSpPr>
            <p:spPr>
              <a:xfrm>
                <a:off x="157162" y="3874068"/>
                <a:ext cx="6096000" cy="1569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lvl="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sz="2400">
                    <a:solidFill>
                      <a:srgbClr val="C00000"/>
                    </a:solidFill>
                  </a:rPr>
                  <a:t>$&lt;</a:t>
                </a:r>
                <a:r>
                  <a:rPr lang="en-US" sz="2400" b="1" baseline="30000">
                    <a:solidFill>
                      <a:srgbClr val="C00000"/>
                    </a:solidFill>
                  </a:rPr>
                  <a:t>.</a:t>
                </a:r>
                <a:r>
                  <a:rPr lang="en-US" sz="2400">
                    <a:solidFill>
                      <a:srgbClr val="C00000"/>
                    </a:solidFill>
                  </a:rPr>
                  <a:t> Leading (start symbol)</a:t>
                </a:r>
              </a:p>
              <a:p>
                <a:pPr marL="457200" lvl="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sz="2400"/>
                  <a:t>$ &lt;</a:t>
                </a:r>
                <a:r>
                  <a:rPr lang="en-US" sz="2400" b="1" baseline="30000"/>
                  <a:t>.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+,∗,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</m:oMath>
                </a14:m>
                <a:endParaRPr lang="en-US" sz="2400">
                  <a:solidFill>
                    <a:srgbClr val="FF0000"/>
                  </a:solidFill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US" sz="2400">
                    <a:solidFill>
                      <a:srgbClr val="C00000"/>
                    </a:solidFill>
                  </a:rPr>
                  <a:t>Trailing (start symbol)</a:t>
                </a:r>
                <a:r>
                  <a:rPr lang="en-US" sz="2400" b="1" baseline="25000">
                    <a:solidFill>
                      <a:srgbClr val="C00000"/>
                    </a:solidFill>
                  </a:rPr>
                  <a:t> .</a:t>
                </a:r>
                <a:r>
                  <a:rPr lang="en-US" sz="2400">
                    <a:solidFill>
                      <a:srgbClr val="C00000"/>
                    </a:solidFill>
                  </a:rPr>
                  <a:t>&gt; $ 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+,∗,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baseline="250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&gt; $</m:t>
                    </m:r>
                  </m:oMath>
                </a14:m>
                <a:endParaRPr lang="en-US"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5C4748E-FFEA-A5C2-08A3-569CDA065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2" y="3874068"/>
                <a:ext cx="6096000" cy="1569660"/>
              </a:xfrm>
              <a:prstGeom prst="rect">
                <a:avLst/>
              </a:prstGeom>
              <a:blipFill>
                <a:blip r:embed="rId2"/>
                <a:stretch>
                  <a:fillRect l="-1600" t="-3891" b="-7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28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319C-7979-FC91-731B-6CC69C909CC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9B94-D3FE-CD7E-2093-C4E3A619EEC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pPr>
              <a:buFont typeface="Arial" panose="020B0604020202020204" pitchFamily="34" charset="0"/>
              <a:buNone/>
            </a:pPr>
            <a:r>
              <a:rPr lang="en-US" b="1"/>
              <a:t>Assign precedence operator between terminals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1"/>
              <a:t>String:  id+id*id	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id+id*id 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&lt;</a:t>
            </a:r>
            <a:r>
              <a:rPr lang="en-US" baseline="30000"/>
              <a:t>. </a:t>
            </a:r>
            <a:r>
              <a:rPr lang="en-US"/>
              <a:t>id+id*id$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&lt;</a:t>
            </a:r>
            <a:r>
              <a:rPr lang="en-US" baseline="30000"/>
              <a:t>. </a:t>
            </a:r>
            <a:r>
              <a:rPr lang="en-US"/>
              <a:t>id </a:t>
            </a:r>
            <a:r>
              <a:rPr lang="en-US" baseline="30000"/>
              <a:t>.</a:t>
            </a:r>
            <a:r>
              <a:rPr lang="en-US"/>
              <a:t>&gt; +id*id$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&lt;</a:t>
            </a:r>
            <a:r>
              <a:rPr lang="en-US" baseline="30000"/>
              <a:t>. </a:t>
            </a:r>
            <a:r>
              <a:rPr lang="en-US"/>
              <a:t>id </a:t>
            </a:r>
            <a:r>
              <a:rPr lang="en-US" baseline="30000"/>
              <a:t>.</a:t>
            </a:r>
            <a:r>
              <a:rPr lang="en-US"/>
              <a:t>&gt; + &lt;</a:t>
            </a:r>
            <a:r>
              <a:rPr lang="en-US" baseline="30000"/>
              <a:t>.  </a:t>
            </a:r>
            <a:r>
              <a:rPr lang="en-US"/>
              <a:t>id*id$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&lt;</a:t>
            </a:r>
            <a:r>
              <a:rPr lang="en-US" baseline="30000"/>
              <a:t>. </a:t>
            </a:r>
            <a:r>
              <a:rPr lang="en-US"/>
              <a:t>id </a:t>
            </a:r>
            <a:r>
              <a:rPr lang="en-US" baseline="30000"/>
              <a:t>.</a:t>
            </a:r>
            <a:r>
              <a:rPr lang="en-US"/>
              <a:t>&gt; + &lt;</a:t>
            </a:r>
            <a:r>
              <a:rPr lang="en-US" baseline="30000"/>
              <a:t>.  </a:t>
            </a:r>
            <a:r>
              <a:rPr lang="en-US"/>
              <a:t>id</a:t>
            </a:r>
            <a:r>
              <a:rPr lang="en-US" baseline="30000"/>
              <a:t> .</a:t>
            </a:r>
            <a:r>
              <a:rPr lang="en-US"/>
              <a:t>&gt; *id$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&lt;</a:t>
            </a:r>
            <a:r>
              <a:rPr lang="en-US" baseline="30000"/>
              <a:t>. </a:t>
            </a:r>
            <a:r>
              <a:rPr lang="en-US"/>
              <a:t>id </a:t>
            </a:r>
            <a:r>
              <a:rPr lang="en-US" baseline="30000"/>
              <a:t>.</a:t>
            </a:r>
            <a:r>
              <a:rPr lang="en-US"/>
              <a:t>&gt; + &lt;</a:t>
            </a:r>
            <a:r>
              <a:rPr lang="en-US" baseline="30000"/>
              <a:t>.  </a:t>
            </a:r>
            <a:r>
              <a:rPr lang="en-US"/>
              <a:t>id</a:t>
            </a:r>
            <a:r>
              <a:rPr lang="en-US" baseline="30000"/>
              <a:t> .</a:t>
            </a:r>
            <a:r>
              <a:rPr lang="en-US"/>
              <a:t>&gt; *&lt;</a:t>
            </a:r>
            <a:r>
              <a:rPr lang="en-US" baseline="30000"/>
              <a:t>. </a:t>
            </a:r>
            <a:r>
              <a:rPr lang="en-US"/>
              <a:t>id$</a:t>
            </a:r>
          </a:p>
          <a:p>
            <a:pPr>
              <a:buFont typeface="Arial" panose="020B0604020202020204" pitchFamily="34" charset="0"/>
              <a:buNone/>
            </a:pPr>
            <a:r>
              <a:rPr lang="en-US"/>
              <a:t>$ &lt;</a:t>
            </a:r>
            <a:r>
              <a:rPr lang="en-US" baseline="30000"/>
              <a:t>. </a:t>
            </a:r>
            <a:r>
              <a:rPr lang="en-US"/>
              <a:t>id </a:t>
            </a:r>
            <a:r>
              <a:rPr lang="en-US" baseline="30000"/>
              <a:t>.</a:t>
            </a:r>
            <a:r>
              <a:rPr lang="en-US"/>
              <a:t>&gt; + &lt;</a:t>
            </a:r>
            <a:r>
              <a:rPr lang="en-US" baseline="30000"/>
              <a:t>.  </a:t>
            </a:r>
            <a:r>
              <a:rPr lang="en-US"/>
              <a:t>id</a:t>
            </a:r>
            <a:r>
              <a:rPr lang="en-US" baseline="30000"/>
              <a:t> .</a:t>
            </a:r>
            <a:r>
              <a:rPr lang="en-US"/>
              <a:t>&gt; *&lt;</a:t>
            </a:r>
            <a:r>
              <a:rPr lang="en-US" baseline="30000"/>
              <a:t>. </a:t>
            </a:r>
            <a:r>
              <a:rPr lang="en-US"/>
              <a:t>id</a:t>
            </a:r>
            <a:r>
              <a:rPr lang="en-US" baseline="30000"/>
              <a:t> .</a:t>
            </a:r>
            <a:r>
              <a:rPr lang="en-US"/>
              <a:t>&gt; $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15146-597F-3BAF-1712-3B4D277BC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937145"/>
              </p:ext>
            </p:extLst>
          </p:nvPr>
        </p:nvGraphicFramePr>
        <p:xfrm>
          <a:off x="5042760" y="199593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41F7-C8BA-28A2-518C-CCD7DB7CB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20076"/>
              </p:ext>
            </p:extLst>
          </p:nvPr>
        </p:nvGraphicFramePr>
        <p:xfrm>
          <a:off x="5042759" y="2360109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DAEEFE-81C9-388A-E396-F083161AD089}"/>
              </a:ext>
            </a:extLst>
          </p:cNvPr>
          <p:cNvCxnSpPr/>
          <p:nvPr/>
        </p:nvCxnSpPr>
        <p:spPr>
          <a:xfrm>
            <a:off x="304800" y="2667000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C19E2D-2F4F-9D93-BB3E-9F3D256318CF}"/>
              </a:ext>
            </a:extLst>
          </p:cNvPr>
          <p:cNvCxnSpPr/>
          <p:nvPr/>
        </p:nvCxnSpPr>
        <p:spPr>
          <a:xfrm>
            <a:off x="640080" y="3089609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45FE05-EF60-4904-C0DD-5FE64F1F043E}"/>
              </a:ext>
            </a:extLst>
          </p:cNvPr>
          <p:cNvCxnSpPr/>
          <p:nvPr/>
        </p:nvCxnSpPr>
        <p:spPr>
          <a:xfrm>
            <a:off x="1218413" y="3518176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1293B8-C5FD-9433-E7EB-7E12817CABC3}"/>
              </a:ext>
            </a:extLst>
          </p:cNvPr>
          <p:cNvCxnSpPr/>
          <p:nvPr/>
        </p:nvCxnSpPr>
        <p:spPr>
          <a:xfrm>
            <a:off x="1707380" y="3992044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2D3584-06E6-F97B-7DF6-2ED4F703C05D}"/>
              </a:ext>
            </a:extLst>
          </p:cNvPr>
          <p:cNvCxnSpPr/>
          <p:nvPr/>
        </p:nvCxnSpPr>
        <p:spPr>
          <a:xfrm>
            <a:off x="2207300" y="4433122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1FCE10-EB2C-6769-80FF-7F982E80C3FF}"/>
              </a:ext>
            </a:extLst>
          </p:cNvPr>
          <p:cNvCxnSpPr/>
          <p:nvPr/>
        </p:nvCxnSpPr>
        <p:spPr>
          <a:xfrm>
            <a:off x="2735548" y="4922415"/>
            <a:ext cx="3352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2D1D8-1B14-E7B3-E4B8-0764BC607A20}"/>
              </a:ext>
            </a:extLst>
          </p:cNvPr>
          <p:cNvSpPr/>
          <p:nvPr/>
        </p:nvSpPr>
        <p:spPr>
          <a:xfrm>
            <a:off x="0" y="950598"/>
            <a:ext cx="5791200" cy="304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4: Parse the string using precedence table </a:t>
            </a:r>
          </a:p>
        </p:txBody>
      </p:sp>
    </p:spTree>
    <p:extLst>
      <p:ext uri="{BB962C8B-B14F-4D97-AF65-F5344CB8AC3E}">
        <p14:creationId xmlns:p14="http://schemas.microsoft.com/office/powerpoint/2010/main" val="218339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C785-344D-856B-18A4-BD300CEFD4F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Operator precedence parsing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0D8364F-A93B-FBEF-ABFF-2217CDD009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169218"/>
              </p:ext>
            </p:extLst>
          </p:nvPr>
        </p:nvGraphicFramePr>
        <p:xfrm>
          <a:off x="678287" y="2170131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+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*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 id is obtained between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this by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02BFC3-C799-C6BE-2920-5A907F1C8390}"/>
              </a:ext>
            </a:extLst>
          </p:cNvPr>
          <p:cNvCxnSpPr/>
          <p:nvPr/>
        </p:nvCxnSpPr>
        <p:spPr>
          <a:xfrm>
            <a:off x="1433589" y="2488999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C39F8B-288C-1D57-527C-57F8FF2552E4}"/>
              </a:ext>
            </a:extLst>
          </p:cNvPr>
          <p:cNvCxnSpPr/>
          <p:nvPr/>
        </p:nvCxnSpPr>
        <p:spPr>
          <a:xfrm rot="10800000">
            <a:off x="1391385" y="2593335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31C7E50-DE90-4B1F-5637-1A0AC9A35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436962"/>
              </p:ext>
            </p:extLst>
          </p:nvPr>
        </p:nvGraphicFramePr>
        <p:xfrm>
          <a:off x="678287" y="2717599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F +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*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 id is obtained between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this by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3C1697F-72B8-099D-979E-7E22C1E9C2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963306"/>
              </p:ext>
            </p:extLst>
          </p:nvPr>
        </p:nvGraphicFramePr>
        <p:xfrm>
          <a:off x="678287" y="3265067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F + F *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Handle id is obtained between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this by F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9951687-E5A2-9D4C-345F-C696406380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031910"/>
              </p:ext>
            </p:extLst>
          </p:nvPr>
        </p:nvGraphicFramePr>
        <p:xfrm>
          <a:off x="678287" y="3812535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F + F * F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appropriate reductions of all nonterminals.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7479FB-AABA-773E-7492-FED1A414528F}"/>
              </a:ext>
            </a:extLst>
          </p:cNvPr>
          <p:cNvCxnSpPr/>
          <p:nvPr/>
        </p:nvCxnSpPr>
        <p:spPr>
          <a:xfrm>
            <a:off x="1745087" y="3036467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960858-FA0D-F969-6C44-5E13867C0253}"/>
              </a:ext>
            </a:extLst>
          </p:cNvPr>
          <p:cNvCxnSpPr/>
          <p:nvPr/>
        </p:nvCxnSpPr>
        <p:spPr>
          <a:xfrm rot="10800000">
            <a:off x="1716951" y="3160731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88497A-B256-7BDA-9234-E3C516EC2AB8}"/>
              </a:ext>
            </a:extLst>
          </p:cNvPr>
          <p:cNvCxnSpPr/>
          <p:nvPr/>
        </p:nvCxnSpPr>
        <p:spPr>
          <a:xfrm>
            <a:off x="2108507" y="3582771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9A2107-8EB5-FBDB-1746-EC1F072520C8}"/>
              </a:ext>
            </a:extLst>
          </p:cNvPr>
          <p:cNvCxnSpPr/>
          <p:nvPr/>
        </p:nvCxnSpPr>
        <p:spPr>
          <a:xfrm rot="10800000">
            <a:off x="2080371" y="3707035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B110E4-794F-7F47-AEB5-348A9EC07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39683"/>
              </p:ext>
            </p:extLst>
          </p:nvPr>
        </p:nvGraphicFramePr>
        <p:xfrm>
          <a:off x="678287" y="4179467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E + T * F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Remove all non terminals.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C0A94BE-E91F-534F-9653-823F11623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904791"/>
              </p:ext>
            </p:extLst>
          </p:nvPr>
        </p:nvGraphicFramePr>
        <p:xfrm>
          <a:off x="686495" y="4546399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 +  *  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Place relation between  operators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6050B58-FF95-D956-74D8-9E5A4CC2A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0269"/>
              </p:ext>
            </p:extLst>
          </p:nvPr>
        </p:nvGraphicFramePr>
        <p:xfrm>
          <a:off x="678287" y="4913331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* &gt;$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* operator is surrounded by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&gt;. This indicates * becomes handle so reduce by T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T*F.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5C1CC47-CEA3-C756-6FDB-2625B27F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817520"/>
              </p:ext>
            </p:extLst>
          </p:nvPr>
        </p:nvGraphicFramePr>
        <p:xfrm>
          <a:off x="678287" y="5463147"/>
          <a:ext cx="8610600" cy="548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 &lt;</a:t>
                      </a:r>
                      <a:r>
                        <a:rPr lang="en-US" sz="1800" b="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&gt;$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becomes handle. Hence reduce by E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E+T. </a:t>
                      </a:r>
                    </a:p>
                    <a:p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C012ED-9D90-3130-7C07-5D50FC7D9052}"/>
              </a:ext>
            </a:extLst>
          </p:cNvPr>
          <p:cNvCxnSpPr/>
          <p:nvPr/>
        </p:nvCxnSpPr>
        <p:spPr>
          <a:xfrm>
            <a:off x="1782595" y="5226379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D44A87-E2E8-49D8-1AEB-EE14AD861368}"/>
              </a:ext>
            </a:extLst>
          </p:cNvPr>
          <p:cNvCxnSpPr/>
          <p:nvPr/>
        </p:nvCxnSpPr>
        <p:spPr>
          <a:xfrm rot="10800000">
            <a:off x="1754459" y="5350643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ED66DC-0CB6-4034-1B4A-DF7A4CB17953}"/>
              </a:ext>
            </a:extLst>
          </p:cNvPr>
          <p:cNvCxnSpPr/>
          <p:nvPr/>
        </p:nvCxnSpPr>
        <p:spPr>
          <a:xfrm>
            <a:off x="1400411" y="5772683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E05797-CB68-B203-5C40-E19823D62435}"/>
              </a:ext>
            </a:extLst>
          </p:cNvPr>
          <p:cNvCxnSpPr/>
          <p:nvPr/>
        </p:nvCxnSpPr>
        <p:spPr>
          <a:xfrm rot="10800000">
            <a:off x="1376461" y="5896947"/>
            <a:ext cx="533400" cy="1588"/>
          </a:xfrm>
          <a:prstGeom prst="straightConnector1">
            <a:avLst/>
          </a:prstGeom>
          <a:ln w="15875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F14E79E-CB96-A58C-6FD0-CF9A67CE0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540"/>
              </p:ext>
            </p:extLst>
          </p:nvPr>
        </p:nvGraphicFramePr>
        <p:xfrm>
          <a:off x="678287" y="6008267"/>
          <a:ext cx="8610600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20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$  $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800" b="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Parsing Done</a:t>
                      </a:r>
                      <a:endParaRPr lang="en-US" sz="1800" b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4219BA1-EEA2-F525-B99C-FEE93ED3698D}"/>
              </a:ext>
            </a:extLst>
          </p:cNvPr>
          <p:cNvSpPr/>
          <p:nvPr/>
        </p:nvSpPr>
        <p:spPr>
          <a:xfrm>
            <a:off x="3986354" y="2206191"/>
            <a:ext cx="5081125" cy="500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8EEB3-C0CE-AD00-E1A5-53CF1DA11222}"/>
              </a:ext>
            </a:extLst>
          </p:cNvPr>
          <p:cNvSpPr/>
          <p:nvPr/>
        </p:nvSpPr>
        <p:spPr>
          <a:xfrm>
            <a:off x="3986354" y="2743092"/>
            <a:ext cx="5081125" cy="505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E3082-E033-A3C5-10AA-148B2CB96AB0}"/>
              </a:ext>
            </a:extLst>
          </p:cNvPr>
          <p:cNvSpPr/>
          <p:nvPr/>
        </p:nvSpPr>
        <p:spPr>
          <a:xfrm>
            <a:off x="4015855" y="3281935"/>
            <a:ext cx="5081125" cy="514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5F1461-1303-3618-2869-23B917108296}"/>
              </a:ext>
            </a:extLst>
          </p:cNvPr>
          <p:cNvSpPr/>
          <p:nvPr/>
        </p:nvSpPr>
        <p:spPr>
          <a:xfrm>
            <a:off x="4097060" y="3850395"/>
            <a:ext cx="5081125" cy="283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5FDC90-9459-B03F-5A1D-B894CF32D2F7}"/>
              </a:ext>
            </a:extLst>
          </p:cNvPr>
          <p:cNvSpPr/>
          <p:nvPr/>
        </p:nvSpPr>
        <p:spPr>
          <a:xfrm>
            <a:off x="3986357" y="4224419"/>
            <a:ext cx="5081125" cy="260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C7C050-D628-BAD0-12EC-2D516D018665}"/>
              </a:ext>
            </a:extLst>
          </p:cNvPr>
          <p:cNvSpPr/>
          <p:nvPr/>
        </p:nvSpPr>
        <p:spPr>
          <a:xfrm>
            <a:off x="4160972" y="4587685"/>
            <a:ext cx="5081125" cy="260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07B4D0-5BF7-B215-FBDA-654611B66440}"/>
              </a:ext>
            </a:extLst>
          </p:cNvPr>
          <p:cNvSpPr/>
          <p:nvPr/>
        </p:nvSpPr>
        <p:spPr>
          <a:xfrm>
            <a:off x="4097060" y="4944409"/>
            <a:ext cx="5081125" cy="50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02D81C-DDDC-E0F2-4E25-AEF9ABFA4EF9}"/>
              </a:ext>
            </a:extLst>
          </p:cNvPr>
          <p:cNvSpPr/>
          <p:nvPr/>
        </p:nvSpPr>
        <p:spPr>
          <a:xfrm>
            <a:off x="4196876" y="5508276"/>
            <a:ext cx="5081125" cy="4708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E149E7-2714-C3B3-F164-54051FEABC96}"/>
              </a:ext>
            </a:extLst>
          </p:cNvPr>
          <p:cNvSpPr/>
          <p:nvPr/>
        </p:nvSpPr>
        <p:spPr>
          <a:xfrm>
            <a:off x="4055362" y="6049905"/>
            <a:ext cx="5081125" cy="260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27678D-2DE3-0F86-704A-85EC4A59A510}"/>
              </a:ext>
            </a:extLst>
          </p:cNvPr>
          <p:cNvSpPr/>
          <p:nvPr/>
        </p:nvSpPr>
        <p:spPr>
          <a:xfrm>
            <a:off x="438803" y="807461"/>
            <a:ext cx="5791200" cy="304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Step 4: Parse the string using precedence table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F9AF23-CDB3-FFED-101A-577B23949F9C}"/>
              </a:ext>
            </a:extLst>
          </p:cNvPr>
          <p:cNvSpPr/>
          <p:nvPr/>
        </p:nvSpPr>
        <p:spPr>
          <a:xfrm>
            <a:off x="686495" y="1139258"/>
            <a:ext cx="63925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/>
              <a:t>Scan the input string until first </a:t>
            </a:r>
            <a:r>
              <a:rPr lang="en-US" sz="2000" baseline="30000"/>
              <a:t>.</a:t>
            </a:r>
            <a:r>
              <a:rPr lang="en-US" sz="2000"/>
              <a:t>&gt; is encountered.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/>
              <a:t>Scan backward until &lt;</a:t>
            </a:r>
            <a:r>
              <a:rPr lang="en-US" sz="2000" baseline="30000"/>
              <a:t>. </a:t>
            </a:r>
            <a:r>
              <a:rPr lang="en-US" sz="2000"/>
              <a:t>is encountered.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/>
              <a:t>The handle is string between &lt;</a:t>
            </a:r>
            <a:r>
              <a:rPr lang="en-US" sz="2000" baseline="30000"/>
              <a:t>. </a:t>
            </a:r>
            <a:r>
              <a:rPr lang="en-US" sz="2000"/>
              <a:t>and  </a:t>
            </a:r>
            <a:r>
              <a:rPr lang="en-US" sz="2000" baseline="30000"/>
              <a:t>.</a:t>
            </a:r>
            <a:r>
              <a:rPr lang="en-US" sz="200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657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7C6B-2960-119E-5A71-999688DD35D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AD8B9F-9B76-788A-D9DA-11AA0653CD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sz="2300" b="1">
                    <a:solidFill>
                      <a:srgbClr val="0E47A1"/>
                    </a:solidFill>
                  </a:rPr>
                  <a:t>Algorithm for constructing precedence functions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/>
                  <a:t>Create functions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/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/>
                  <a:t> 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300"/>
                  <a:t> that is terminal or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en-US" sz="230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/>
                  <a:t>Partition the symbols in as many as groups possible, in such a way that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/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/>
                  <a:t> are in the same group 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/>
                  <a:t>Create a directed graph whose nodes are in the groups, next for each symbols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/>
                  <a:t>do: </a:t>
                </a:r>
              </a:p>
              <a:p>
                <a:pPr marL="1090613" lvl="4" indent="-344488">
                  <a:buFont typeface="+mj-lt"/>
                  <a:buAutoNum type="alphaLcParenR"/>
                </a:pPr>
                <a:r>
                  <a:rPr lang="en-US" sz="2300"/>
                  <a:t>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&lt;·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/>
                  <a:t>, place an edge from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/>
                  <a:t> to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300"/>
              </a:p>
              <a:p>
                <a:pPr marL="1090613" lvl="4" indent="-344488">
                  <a:buFont typeface="+mj-lt"/>
                  <a:buAutoNum type="alphaLcParenR"/>
                </a:pPr>
                <a:r>
                  <a:rPr lang="en-US" sz="2300"/>
                  <a:t>if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·&gt; 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300"/>
                  <a:t>, place an edge from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/>
                  <a:t> to the group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30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300"/>
                  <a:t>If the constructed graph has a cycle then no precedence functions exist. When there are no cycles collect the length of the longest paths from the groups of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300" i="1" baseline="-2500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300"/>
                  <a:t> and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300" i="1" baseline="-2500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/>
                  <a:t>respectively.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AD8B9F-9B76-788A-D9DA-11AA0653C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1527" r="-7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61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B7C16-3B2E-B0D4-8F82-9B1F4B84AC8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B1038-7540-4B4C-A150-37B7FF01FF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Create functions f</a:t>
                </a:r>
                <a:r>
                  <a:rPr lang="en-US" baseline="-25000"/>
                  <a:t>a</a:t>
                </a:r>
                <a:r>
                  <a:rPr lang="en-US"/>
                  <a:t> and g</a:t>
                </a:r>
                <a:r>
                  <a:rPr lang="en-US" baseline="-25000" err="1"/>
                  <a:t>a</a:t>
                </a:r>
                <a:r>
                  <a:rPr lang="en-US"/>
                  <a:t> for each a that is terminal or $.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/>
                  <a:t>	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{+,∗,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$</m:t>
                    </m:r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B1038-7540-4B4C-A150-37B7FF01F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26318C7-C26A-E3C9-3C40-BE169CCE7861}"/>
              </a:ext>
            </a:extLst>
          </p:cNvPr>
          <p:cNvSpPr/>
          <p:nvPr/>
        </p:nvSpPr>
        <p:spPr>
          <a:xfrm>
            <a:off x="9393821" y="863444"/>
            <a:ext cx="2667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E47A1"/>
                </a:solidFill>
              </a:rPr>
              <a:t>	</a:t>
            </a:r>
            <a:r>
              <a:rPr lang="en-US" sz="2200" b="1">
                <a:solidFill>
                  <a:srgbClr val="0E47A1"/>
                </a:solidFill>
              </a:rPr>
              <a:t>E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 E+T | T</a:t>
            </a:r>
          </a:p>
          <a:p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	T T*F | F	F id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70ABDF-851E-6D8C-AF28-621587083D25}"/>
              </a:ext>
            </a:extLst>
          </p:cNvPr>
          <p:cNvSpPr/>
          <p:nvPr/>
        </p:nvSpPr>
        <p:spPr>
          <a:xfrm>
            <a:off x="2209267" y="33047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+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FEBF3E-3874-3323-D871-772AF9611A72}"/>
              </a:ext>
            </a:extLst>
          </p:cNvPr>
          <p:cNvSpPr/>
          <p:nvPr/>
        </p:nvSpPr>
        <p:spPr>
          <a:xfrm>
            <a:off x="3572659" y="32766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B36633-9E97-F312-A0AF-C9BF1A0D6812}"/>
              </a:ext>
            </a:extLst>
          </p:cNvPr>
          <p:cNvSpPr/>
          <p:nvPr/>
        </p:nvSpPr>
        <p:spPr>
          <a:xfrm>
            <a:off x="5020459" y="32766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id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DE0127-D6CA-A294-E030-6BFD81CD5DCA}"/>
              </a:ext>
            </a:extLst>
          </p:cNvPr>
          <p:cNvSpPr/>
          <p:nvPr/>
        </p:nvSpPr>
        <p:spPr>
          <a:xfrm>
            <a:off x="6338135" y="32766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f</a:t>
            </a:r>
            <a:r>
              <a:rPr lang="en-US" b="1" i="1" baseline="-25000">
                <a:solidFill>
                  <a:srgbClr val="0E47A1"/>
                </a:solidFill>
              </a:rPr>
              <a:t>$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E26E8B-8D88-F523-5FDE-84DA0F23E07E}"/>
              </a:ext>
            </a:extLst>
          </p:cNvPr>
          <p:cNvSpPr/>
          <p:nvPr/>
        </p:nvSpPr>
        <p:spPr>
          <a:xfrm>
            <a:off x="2164715" y="4540372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g</a:t>
            </a:r>
            <a:r>
              <a:rPr lang="en-US" b="1" i="1" baseline="-25000">
                <a:solidFill>
                  <a:srgbClr val="0E47A1"/>
                </a:solidFill>
              </a:rPr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21226F-4A05-B315-675E-E90155EFA935}"/>
              </a:ext>
            </a:extLst>
          </p:cNvPr>
          <p:cNvSpPr/>
          <p:nvPr/>
        </p:nvSpPr>
        <p:spPr>
          <a:xfrm>
            <a:off x="3528107" y="45122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g</a:t>
            </a:r>
            <a:r>
              <a:rPr lang="en-US" b="1" i="1" baseline="-25000">
                <a:solidFill>
                  <a:srgbClr val="0E47A1"/>
                </a:solidFill>
              </a:rPr>
              <a:t>*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6340EC-AC41-3AE7-7B25-A5958EF01984}"/>
              </a:ext>
            </a:extLst>
          </p:cNvPr>
          <p:cNvSpPr/>
          <p:nvPr/>
        </p:nvSpPr>
        <p:spPr>
          <a:xfrm>
            <a:off x="4975907" y="45122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rgbClr val="0E47A1"/>
                </a:solidFill>
              </a:rPr>
              <a:t>g</a:t>
            </a:r>
            <a:r>
              <a:rPr lang="en-US" b="1" i="1" baseline="-25000" err="1">
                <a:solidFill>
                  <a:srgbClr val="0E47A1"/>
                </a:solidFill>
              </a:rPr>
              <a:t>id</a:t>
            </a:r>
            <a:endParaRPr lang="en-US" b="1" i="1" baseline="-25000">
              <a:solidFill>
                <a:srgbClr val="0E47A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EBCE2F-E44C-E34D-4F57-AD40A01C3321}"/>
              </a:ext>
            </a:extLst>
          </p:cNvPr>
          <p:cNvSpPr/>
          <p:nvPr/>
        </p:nvSpPr>
        <p:spPr>
          <a:xfrm>
            <a:off x="6293583" y="451223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rgbClr val="0E47A1"/>
                </a:solidFill>
              </a:rPr>
              <a:t>g</a:t>
            </a:r>
            <a:r>
              <a:rPr lang="en-US" b="1" i="1" baseline="-25000">
                <a:solidFill>
                  <a:srgbClr val="0E47A1"/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74759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1EA4-5608-25F7-8B22-0BDAE800321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8100-E002-669B-E434-17FFC3F2E64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/>
              <a:t>Partition the symbols in as many as groups possible, in such a way that f</a:t>
            </a:r>
            <a:r>
              <a:rPr lang="en-US" i="1" baseline="-25000"/>
              <a:t>a</a:t>
            </a:r>
            <a:r>
              <a:rPr lang="en-US" i="1"/>
              <a:t> and g</a:t>
            </a:r>
            <a:r>
              <a:rPr lang="en-US" i="1" baseline="-25000"/>
              <a:t>b</a:t>
            </a:r>
            <a:r>
              <a:rPr lang="en-US" i="1"/>
              <a:t> are in the same group if a = b.</a:t>
            </a:r>
            <a:endParaRPr lang="en-US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A66656-458F-85D7-3062-9F3AE5703710}"/>
              </a:ext>
            </a:extLst>
          </p:cNvPr>
          <p:cNvSpPr/>
          <p:nvPr/>
        </p:nvSpPr>
        <p:spPr>
          <a:xfrm>
            <a:off x="3900218" y="4653794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BA18456-2F71-6C53-5829-5C22B4EB698A}"/>
              </a:ext>
            </a:extLst>
          </p:cNvPr>
          <p:cNvSpPr/>
          <p:nvPr/>
        </p:nvSpPr>
        <p:spPr>
          <a:xfrm>
            <a:off x="1427822" y="357292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13164C-E868-6F35-3AF6-9D49978C2E31}"/>
              </a:ext>
            </a:extLst>
          </p:cNvPr>
          <p:cNvSpPr/>
          <p:nvPr/>
        </p:nvSpPr>
        <p:spPr>
          <a:xfrm>
            <a:off x="3866222" y="2548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EE6C08-9401-DDD3-167C-37484A4B385C}"/>
              </a:ext>
            </a:extLst>
          </p:cNvPr>
          <p:cNvSpPr/>
          <p:nvPr/>
        </p:nvSpPr>
        <p:spPr>
          <a:xfrm>
            <a:off x="1427822" y="5596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E9B872-846C-8053-DCDE-16250CBFD5C7}"/>
              </a:ext>
            </a:extLst>
          </p:cNvPr>
          <p:cNvSpPr/>
          <p:nvPr/>
        </p:nvSpPr>
        <p:spPr>
          <a:xfrm>
            <a:off x="1427822" y="461159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3FC8FB-9749-960B-183F-1778CFF69025}"/>
              </a:ext>
            </a:extLst>
          </p:cNvPr>
          <p:cNvSpPr/>
          <p:nvPr/>
        </p:nvSpPr>
        <p:spPr>
          <a:xfrm>
            <a:off x="3866222" y="36151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70CABF-2696-61CA-D59C-77DF7BC7D101}"/>
              </a:ext>
            </a:extLst>
          </p:cNvPr>
          <p:cNvSpPr/>
          <p:nvPr/>
        </p:nvSpPr>
        <p:spPr>
          <a:xfrm>
            <a:off x="1427822" y="2548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22BDC3-C7C8-C9DC-0267-80B98E33E35B}"/>
              </a:ext>
            </a:extLst>
          </p:cNvPr>
          <p:cNvSpPr/>
          <p:nvPr/>
        </p:nvSpPr>
        <p:spPr>
          <a:xfrm>
            <a:off x="3900218" y="559633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CEA92D6-7D70-9C56-0442-0BDE6E73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7489"/>
              </p:ext>
            </p:extLst>
          </p:nvPr>
        </p:nvGraphicFramePr>
        <p:xfrm>
          <a:off x="5230852" y="211249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088C66A-D5E0-71CA-8A64-9AE257ED5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57253"/>
              </p:ext>
            </p:extLst>
          </p:nvPr>
        </p:nvGraphicFramePr>
        <p:xfrm>
          <a:off x="5230851" y="2476671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F5E35D-8A37-8885-A1AE-EBCA08ED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564540"/>
              </p:ext>
            </p:extLst>
          </p:nvPr>
        </p:nvGraphicFramePr>
        <p:xfrm>
          <a:off x="5230850" y="283932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2750FD-AC11-0F5F-15BD-3EEEC83A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935028"/>
              </p:ext>
            </p:extLst>
          </p:nvPr>
        </p:nvGraphicFramePr>
        <p:xfrm>
          <a:off x="5230849" y="3203492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50E1110-2586-3EAA-6D2C-BABCD15BB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95802"/>
              </p:ext>
            </p:extLst>
          </p:nvPr>
        </p:nvGraphicFramePr>
        <p:xfrm>
          <a:off x="5230848" y="3564553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66607D80-4BF9-2584-C34A-C755DD025189}"/>
              </a:ext>
            </a:extLst>
          </p:cNvPr>
          <p:cNvSpPr/>
          <p:nvPr/>
        </p:nvSpPr>
        <p:spPr>
          <a:xfrm>
            <a:off x="1656959" y="1151955"/>
            <a:ext cx="228600" cy="152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203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9B5D-C28E-6D09-C9C6-2B1265C70A1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0925-30E4-01D7-8581-D080DFC7706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lvl="4" indent="-339725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pPr>
              <a:buFont typeface="Arial" panose="020B0604020202020204" pitchFamily="34" charset="0"/>
              <a:buNone/>
            </a:pP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33287A-8799-71BF-242F-8DFBF85F4642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7EF4D9-90BC-CAA4-6A85-B84F87DD1456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F96373-80E8-5371-D132-EEAC09431687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9D0E1A-C20F-C359-A107-64374C0A5D5C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673C70-A995-180F-52DA-2EE531D97565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C6158D-DBF3-8B42-BE20-9F3C4F02DDF9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71642E-19CE-3DAF-885B-F161CBF8015A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03FDA-214E-0288-6C92-33C431934531}"/>
              </a:ext>
            </a:extLst>
          </p:cNvPr>
          <p:cNvSpPr/>
          <p:nvPr/>
        </p:nvSpPr>
        <p:spPr>
          <a:xfrm>
            <a:off x="3770104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F97AC-B6CD-F149-2DCA-8963D73C4104}"/>
              </a:ext>
            </a:extLst>
          </p:cNvPr>
          <p:cNvSpPr txBox="1"/>
          <p:nvPr/>
        </p:nvSpPr>
        <p:spPr>
          <a:xfrm>
            <a:off x="5486400" y="4724400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621905-D71A-192A-019E-8C33A743E59F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C0338-7B71-B5C1-3D01-2B632F96DAA2}"/>
              </a:ext>
            </a:extLst>
          </p:cNvPr>
          <p:cNvSpPr txBox="1"/>
          <p:nvPr/>
        </p:nvSpPr>
        <p:spPr>
          <a:xfrm>
            <a:off x="5455916" y="5115956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8C70BD-FD10-9D2E-C4EF-13705C67F0A1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7F7F5-4E03-9257-362F-F4257D07AD46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F36AD-B805-5B87-EE38-769F4090E312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47BB9D-72CD-414B-F44D-E09A06071B6D}"/>
              </a:ext>
            </a:extLst>
          </p:cNvPr>
          <p:cNvSpPr txBox="1"/>
          <p:nvPr/>
        </p:nvSpPr>
        <p:spPr>
          <a:xfrm>
            <a:off x="5366812" y="582872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5943-8BAC-232D-50DB-95D99F4A464D}"/>
              </a:ext>
            </a:extLst>
          </p:cNvPr>
          <p:cNvSpPr txBox="1"/>
          <p:nvPr/>
        </p:nvSpPr>
        <p:spPr>
          <a:xfrm>
            <a:off x="6766548" y="582872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/>
              <a:t>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F40E82-5F78-03E2-EB2F-B20601EAA17D}"/>
              </a:ext>
            </a:extLst>
          </p:cNvPr>
          <p:cNvCxnSpPr>
            <a:stCxn id="5" idx="4"/>
            <a:endCxn id="8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D42A2E-7763-C620-666C-A0E691412742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1818034" y="3263526"/>
            <a:ext cx="2007348" cy="1632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0AF831-46B7-63A4-5262-3FF1D44CE442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C748C4-F506-F11E-8D66-D177F30D0DF6}"/>
              </a:ext>
            </a:extLst>
          </p:cNvPr>
          <p:cNvCxnSpPr>
            <a:stCxn id="4" idx="2"/>
            <a:endCxn id="8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5523F4B-CDF8-78F4-6CAD-96CEAB377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180464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4D888D1-081C-20C7-49F1-4BD874DC7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452930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55D477-9BCB-C70A-AE73-591A1A98B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65741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CA0E0BB-2AD2-547B-3337-CF9FC034C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053147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7B3FB1-6308-029E-50F9-C5C0BE637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76050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713B56E1-D2C6-9863-A40E-2BF1E7B74BDE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DEA6AC-BA5F-E2C7-12DB-EFB94386A5B8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38576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3353-5BD5-AEA5-7E14-133E5DE663D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86FF5-863A-C651-DBB7-70952B9CC48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lvl="4" indent="-339725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pPr>
              <a:buFont typeface="Arial" panose="020B0604020202020204" pitchFamily="34" charset="0"/>
              <a:buNone/>
            </a:pP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C313A9-0364-DA22-DCCE-D471BF980F23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290BAE-9741-4D75-30EA-3C31ACB2CB32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33375E-4F4D-FE2A-89FA-ECE79873CC73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EE4F5C-8099-BA6F-FD08-6D67C95B3B7C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EC029D-F54E-7DE3-4704-D71B46066199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4CBA7-164F-4CD8-BE99-A326B032DF1B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4720F9-5F77-4C0C-013A-45A2FCFBC380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F2A07D-71C4-7C73-EB6A-603B0FAAAC4C}"/>
              </a:ext>
            </a:extLst>
          </p:cNvPr>
          <p:cNvSpPr/>
          <p:nvPr/>
        </p:nvSpPr>
        <p:spPr>
          <a:xfrm>
            <a:off x="3770104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8AA766-0A19-C370-3563-E0D32E67F279}"/>
              </a:ext>
            </a:extLst>
          </p:cNvPr>
          <p:cNvSpPr txBox="1"/>
          <p:nvPr/>
        </p:nvSpPr>
        <p:spPr>
          <a:xfrm>
            <a:off x="5486400" y="4724400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10328C-5754-2822-BC85-93A6B11796CC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B02B6-41B6-0FF2-D3C4-0CF1CB47FF0A}"/>
              </a:ext>
            </a:extLst>
          </p:cNvPr>
          <p:cNvSpPr txBox="1"/>
          <p:nvPr/>
        </p:nvSpPr>
        <p:spPr>
          <a:xfrm>
            <a:off x="5455916" y="5115956"/>
            <a:ext cx="91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49B9A7-EDE8-737A-0249-DAC09000354B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0E1E12-3D56-1B3A-E92A-E55DE94C1332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 baseline="30000"/>
              <a:t>.</a:t>
            </a:r>
            <a:r>
              <a:rPr lang="en-US" sz="2200" i="1"/>
              <a:t>&gt; g</a:t>
            </a:r>
            <a:r>
              <a:rPr lang="en-US" sz="2200" i="1" baseline="-25000"/>
              <a:t>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0C56E-174C-DEFF-D469-D18CFDF1512F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6644B-39FC-872D-7F83-4BA3BAED4D1D}"/>
              </a:ext>
            </a:extLst>
          </p:cNvPr>
          <p:cNvSpPr txBox="1"/>
          <p:nvPr/>
        </p:nvSpPr>
        <p:spPr>
          <a:xfrm>
            <a:off x="5366812" y="582872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10D16-2CD3-98E6-58B6-7508AE0E641A}"/>
              </a:ext>
            </a:extLst>
          </p:cNvPr>
          <p:cNvSpPr txBox="1"/>
          <p:nvPr/>
        </p:nvSpPr>
        <p:spPr>
          <a:xfrm>
            <a:off x="6794684" y="582872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/>
              <a:t>*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F4449A-1AE2-7E2A-E96E-81486926ACEB}"/>
              </a:ext>
            </a:extLst>
          </p:cNvPr>
          <p:cNvCxnSpPr>
            <a:stCxn id="5" idx="4"/>
            <a:endCxn id="8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07D881-83DD-81D0-2687-5F6ED9F1B11C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1907308" y="4072596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33CF4F-ED9F-9E09-6E55-99857B2332C7}"/>
              </a:ext>
            </a:extLst>
          </p:cNvPr>
          <p:cNvCxnSpPr>
            <a:stCxn id="6" idx="4"/>
            <a:endCxn id="9" idx="0"/>
          </p:cNvCxnSpPr>
          <p:nvPr/>
        </p:nvCxnSpPr>
        <p:spPr>
          <a:xfrm rot="5400000">
            <a:off x="38334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0C1355-161D-6586-496F-0D34950BB42F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296B60-0969-A442-62F8-1183A6D827AA}"/>
              </a:ext>
            </a:extLst>
          </p:cNvPr>
          <p:cNvCxnSpPr>
            <a:stCxn id="9" idx="4"/>
            <a:endCxn id="4" idx="0"/>
          </p:cNvCxnSpPr>
          <p:nvPr/>
        </p:nvCxnSpPr>
        <p:spPr>
          <a:xfrm rot="16200000" flipH="1">
            <a:off x="3829306" y="4588998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18AF01-DFF5-573D-8900-CD8F5F1823DA}"/>
              </a:ext>
            </a:extLst>
          </p:cNvPr>
          <p:cNvCxnSpPr>
            <a:stCxn id="9" idx="3"/>
            <a:endCxn id="7" idx="7"/>
          </p:cNvCxnSpPr>
          <p:nvPr/>
        </p:nvCxnSpPr>
        <p:spPr>
          <a:xfrm rot="5400000">
            <a:off x="2025532" y="4080624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A4EEBA-1278-51B0-8FD3-E6D2BF30A1DC}"/>
              </a:ext>
            </a:extLst>
          </p:cNvPr>
          <p:cNvCxnSpPr>
            <a:stCxn id="6" idx="3"/>
            <a:endCxn id="8" idx="7"/>
          </p:cNvCxnSpPr>
          <p:nvPr/>
        </p:nvCxnSpPr>
        <p:spPr>
          <a:xfrm rot="5400000">
            <a:off x="2005604" y="3075956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04D00F-B409-AA6A-D351-CC0DFC94719D}"/>
              </a:ext>
            </a:extLst>
          </p:cNvPr>
          <p:cNvCxnSpPr>
            <a:stCxn id="4" idx="2"/>
            <a:endCxn id="8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88F098B-FD5B-8E8C-89A6-B9A70A597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313428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2FEF7D2-C2DB-33EC-5D25-2346E3F54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260680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4883D27-B687-5950-052A-6B987214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11189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0A43C00-255C-DC6D-AE3C-7744E5E89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19128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0690485-42AB-D605-4376-F62B77240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506159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49C44A9-266E-DE8F-E122-C6829C6F7FB5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01A1E7-C347-1663-D8D5-9C9C1EC41B3A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81778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5505-4D2D-4842-411D-ADCA45C27C6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2E72-7F7E-9F74-97E8-1F1C5EB9DE0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5938" lvl="4" indent="-339725">
              <a:buFont typeface="+mj-lt"/>
              <a:buAutoNum type="arabicPeriod" startAt="3"/>
            </a:pPr>
            <a:r>
              <a:rPr lang="en-US" sz="2300" i="1"/>
              <a:t>if a &lt;· b, place an edge from the group of g</a:t>
            </a:r>
            <a:r>
              <a:rPr lang="en-US" sz="2300" i="1" baseline="-25000"/>
              <a:t>b</a:t>
            </a:r>
            <a:r>
              <a:rPr lang="en-US" sz="2300" i="1"/>
              <a:t> to the group of f</a:t>
            </a:r>
            <a:r>
              <a:rPr lang="en-US" sz="2300" i="1" baseline="-25000"/>
              <a:t>a</a:t>
            </a:r>
            <a:r>
              <a:rPr lang="en-US" sz="2300" i="1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/>
              <a:t>  if a ·&gt; b, place an edge from the group of f</a:t>
            </a:r>
            <a:r>
              <a:rPr lang="en-US" sz="2300" i="1" baseline="-25000"/>
              <a:t>a</a:t>
            </a:r>
            <a:r>
              <a:rPr lang="en-US" sz="2300" i="1"/>
              <a:t> to the group of g</a:t>
            </a:r>
            <a:r>
              <a:rPr lang="en-US" sz="2300" i="1" baseline="-25000"/>
              <a:t>b</a:t>
            </a:r>
            <a:endParaRPr lang="en-US" sz="2300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04864C-3957-4F8F-2809-B833A2DED0E8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B1FBC7-F6D2-176F-0372-FE149B602F51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6BAFE5-B4F0-2168-6A91-16DFE052FD2A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F4E2DC-0677-1580-4225-DAB1966D8D2F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2A5BED-C9DD-31AF-87FD-A42B48BB773F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B81EF6-C4D5-36EE-5CA0-CE3A19CBF327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BB78D1-D0BA-EAA3-64CB-1B98F05E6721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769AEF-5479-0B57-5486-026DB4F62A45}"/>
              </a:ext>
            </a:extLst>
          </p:cNvPr>
          <p:cNvSpPr/>
          <p:nvPr/>
        </p:nvSpPr>
        <p:spPr>
          <a:xfrm>
            <a:off x="3770104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415CA4-3728-7E11-F572-BFE953EE3F3C}"/>
              </a:ext>
            </a:extLst>
          </p:cNvPr>
          <p:cNvSpPr txBox="1"/>
          <p:nvPr/>
        </p:nvSpPr>
        <p:spPr>
          <a:xfrm>
            <a:off x="5486400" y="4724400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A0AF9-E04F-301A-4339-7CB4F0833500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F12D06-8491-53AD-857B-EDF2030EC573}"/>
              </a:ext>
            </a:extLst>
          </p:cNvPr>
          <p:cNvSpPr txBox="1"/>
          <p:nvPr/>
        </p:nvSpPr>
        <p:spPr>
          <a:xfrm>
            <a:off x="5455916" y="5115956"/>
            <a:ext cx="1097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0E94D-0EEE-46D7-2A7B-EDC4511A8987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 </a:t>
            </a:r>
            <a:r>
              <a:rPr lang="en-US" sz="2200" i="1" err="1"/>
              <a:t>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6D8C88-F9FA-CD02-EEC7-68F1BC8CD6AD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F28047-D1B0-1D1A-C107-CA2F7D90F0D6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$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</a:t>
            </a:r>
            <a:r>
              <a:rPr lang="en-US" sz="2200" i="1"/>
              <a:t> g</a:t>
            </a:r>
            <a:r>
              <a:rPr lang="en-US" sz="2200" i="1" baseline="-25000" err="1"/>
              <a:t>id</a:t>
            </a:r>
            <a:endParaRPr lang="en-US" sz="2200" i="1" baseline="-250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B40FE3-2BA5-618E-6486-C1EC5FAA03AC}"/>
              </a:ext>
            </a:extLst>
          </p:cNvPr>
          <p:cNvCxnSpPr>
            <a:stCxn id="5" idx="4"/>
            <a:endCxn id="8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5F2B1E-9679-FEC9-1661-C7671753C96B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1907308" y="4072596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B52327-2E3D-0542-2409-802138E816AD}"/>
              </a:ext>
            </a:extLst>
          </p:cNvPr>
          <p:cNvCxnSpPr>
            <a:stCxn id="6" idx="4"/>
            <a:endCxn id="9" idx="0"/>
          </p:cNvCxnSpPr>
          <p:nvPr/>
        </p:nvCxnSpPr>
        <p:spPr>
          <a:xfrm rot="5400000">
            <a:off x="38334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370469-AF97-7735-96F4-2D6819301DD3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82D9B3-8865-5A4A-C506-03C5E7FD0360}"/>
              </a:ext>
            </a:extLst>
          </p:cNvPr>
          <p:cNvCxnSpPr>
            <a:stCxn id="9" idx="4"/>
            <a:endCxn id="4" idx="0"/>
          </p:cNvCxnSpPr>
          <p:nvPr/>
        </p:nvCxnSpPr>
        <p:spPr>
          <a:xfrm rot="16200000" flipH="1">
            <a:off x="3829306" y="4588998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BAD337-98D9-B8DF-A698-68D5B3AD5239}"/>
              </a:ext>
            </a:extLst>
          </p:cNvPr>
          <p:cNvCxnSpPr>
            <a:stCxn id="9" idx="3"/>
            <a:endCxn id="7" idx="7"/>
          </p:cNvCxnSpPr>
          <p:nvPr/>
        </p:nvCxnSpPr>
        <p:spPr>
          <a:xfrm rot="5400000">
            <a:off x="2025532" y="4080624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686FD3-3C98-F210-BF49-4CDFCAE5FD1C}"/>
              </a:ext>
            </a:extLst>
          </p:cNvPr>
          <p:cNvCxnSpPr>
            <a:stCxn id="6" idx="3"/>
            <a:endCxn id="8" idx="7"/>
          </p:cNvCxnSpPr>
          <p:nvPr/>
        </p:nvCxnSpPr>
        <p:spPr>
          <a:xfrm rot="5400000">
            <a:off x="2005604" y="3075956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86407C-8B79-7061-F508-C6DE9E144F4D}"/>
              </a:ext>
            </a:extLst>
          </p:cNvPr>
          <p:cNvCxnSpPr>
            <a:stCxn id="4" idx="2"/>
            <a:endCxn id="8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D915AF-1A82-6490-5DF5-AC7DF6EB2F68}"/>
              </a:ext>
            </a:extLst>
          </p:cNvPr>
          <p:cNvCxnSpPr>
            <a:stCxn id="10" idx="5"/>
            <a:endCxn id="4" idx="1"/>
          </p:cNvCxnSpPr>
          <p:nvPr/>
        </p:nvCxnSpPr>
        <p:spPr>
          <a:xfrm rot="16200000" flipH="1">
            <a:off x="2008534" y="3073026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256F28-31C5-9793-9EEB-E2028EF3AAA7}"/>
              </a:ext>
            </a:extLst>
          </p:cNvPr>
          <p:cNvCxnSpPr>
            <a:stCxn id="10" idx="4"/>
            <a:endCxn id="5" idx="0"/>
          </p:cNvCxnSpPr>
          <p:nvPr/>
        </p:nvCxnSpPr>
        <p:spPr>
          <a:xfrm rot="5400000">
            <a:off x="13950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34">
            <a:extLst>
              <a:ext uri="{FF2B5EF4-FFF2-40B4-BE49-F238E27FC236}">
                <a16:creationId xmlns:a16="http://schemas.microsoft.com/office/drawing/2014/main" id="{5D3B899E-E902-5BE4-86EF-9FA2D3F1DB56}"/>
              </a:ext>
            </a:extLst>
          </p:cNvPr>
          <p:cNvCxnSpPr/>
          <p:nvPr/>
        </p:nvCxnSpPr>
        <p:spPr>
          <a:xfrm rot="10800000" flipV="1">
            <a:off x="1297708" y="3048000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C22953E-F9A2-C60C-F376-3CD3A89F8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35276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5BB200-4C60-1156-673A-D56125F8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45695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248AA79-C985-B3D2-906E-2CE71D1D4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579655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D0826C9-6437-6EF6-4FA7-F2ECF9AAB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37828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DEB1258-2DAE-ED98-70D1-7D0DF059F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79938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FA84FFCB-ADF2-A6EC-EA00-6E5A5BA7F76B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AB19F6-AC65-20BB-719E-DBA0469DC0E5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1927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896A-F1A4-5D4B-A1FE-EE246B42EB7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DD83-419A-55C0-48C8-FAE41D1F026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4" indent="-280988">
              <a:buFont typeface="+mj-lt"/>
              <a:buAutoNum type="arabicPeriod" startAt="3"/>
            </a:pPr>
            <a:r>
              <a:rPr lang="en-US" sz="2300" i="1" dirty="0"/>
              <a:t>if a &lt;· b, place an edge from the group of </a:t>
            </a:r>
            <a:r>
              <a:rPr lang="en-US" sz="2300" i="1" dirty="0" err="1"/>
              <a:t>g</a:t>
            </a:r>
            <a:r>
              <a:rPr lang="en-US" sz="2300" i="1" baseline="-25000" dirty="0" err="1"/>
              <a:t>b</a:t>
            </a:r>
            <a:r>
              <a:rPr lang="en-US" sz="2300" i="1" dirty="0"/>
              <a:t> to the group of f</a:t>
            </a:r>
            <a:r>
              <a:rPr lang="en-US" sz="2300" i="1" baseline="-25000" dirty="0"/>
              <a:t>a</a:t>
            </a:r>
            <a:r>
              <a:rPr lang="en-US" sz="2300" i="1" dirty="0"/>
              <a:t> </a:t>
            </a:r>
          </a:p>
          <a:p>
            <a:pPr marL="2286000" lvl="4" indent="-1943100">
              <a:buFont typeface="Arial" panose="020B0604020202020204" pitchFamily="34" charset="0"/>
              <a:buNone/>
            </a:pPr>
            <a:r>
              <a:rPr lang="en-US" sz="2300" i="1" dirty="0"/>
              <a:t>  if a ·&gt; b, place an edge from the group of f</a:t>
            </a:r>
            <a:r>
              <a:rPr lang="en-US" sz="2300" i="1" baseline="-25000" dirty="0"/>
              <a:t>a</a:t>
            </a:r>
            <a:r>
              <a:rPr lang="en-US" sz="2300" i="1" dirty="0"/>
              <a:t> to the group of </a:t>
            </a:r>
            <a:r>
              <a:rPr lang="en-US" sz="2300" i="1" dirty="0" err="1"/>
              <a:t>g</a:t>
            </a:r>
            <a:r>
              <a:rPr lang="en-US" sz="2300" i="1" baseline="-25000" dirty="0" err="1"/>
              <a:t>b</a:t>
            </a:r>
            <a:endParaRPr lang="en-US" sz="2300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4AB6FB-BE4D-F428-9C5F-7C616FB77BEA}"/>
              </a:ext>
            </a:extLst>
          </p:cNvPr>
          <p:cNvSpPr/>
          <p:nvPr/>
        </p:nvSpPr>
        <p:spPr>
          <a:xfrm>
            <a:off x="374196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DF00A2-D181-BEBF-79A5-2B31E81B0FF1}"/>
              </a:ext>
            </a:extLst>
          </p:cNvPr>
          <p:cNvSpPr/>
          <p:nvPr/>
        </p:nvSpPr>
        <p:spPr>
          <a:xfrm>
            <a:off x="12977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AD33F2-5B83-AE6C-324E-DD10A46DEC45}"/>
              </a:ext>
            </a:extLst>
          </p:cNvPr>
          <p:cNvSpPr/>
          <p:nvPr/>
        </p:nvSpPr>
        <p:spPr>
          <a:xfrm>
            <a:off x="37361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04A68D-5061-65FC-526E-ECC69247180C}"/>
              </a:ext>
            </a:extLst>
          </p:cNvPr>
          <p:cNvSpPr/>
          <p:nvPr/>
        </p:nvSpPr>
        <p:spPr>
          <a:xfrm>
            <a:off x="1297708" y="480646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3FFCF6-6211-32D6-7CFB-B34CB7C41C8E}"/>
              </a:ext>
            </a:extLst>
          </p:cNvPr>
          <p:cNvSpPr/>
          <p:nvPr/>
        </p:nvSpPr>
        <p:spPr>
          <a:xfrm>
            <a:off x="3736108" y="3767796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885537-AD53-6B87-B561-9D62D0D41981}"/>
              </a:ext>
            </a:extLst>
          </p:cNvPr>
          <p:cNvSpPr/>
          <p:nvPr/>
        </p:nvSpPr>
        <p:spPr>
          <a:xfrm>
            <a:off x="1297708" y="2743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4F3447-3387-69BC-9B14-B7DE3DCB7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50139"/>
              </p:ext>
            </p:extLst>
          </p:nvPr>
        </p:nvGraphicFramePr>
        <p:xfrm>
          <a:off x="5689212" y="2390976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E2D9471-CCDE-0F22-0268-9628E2DFB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74350"/>
              </p:ext>
            </p:extLst>
          </p:nvPr>
        </p:nvGraphicFramePr>
        <p:xfrm>
          <a:off x="5689211" y="2755148"/>
          <a:ext cx="3533779" cy="14436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0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b="1" baseline="30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715EDB2-57E0-6715-71B7-2088913A8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52911"/>
              </p:ext>
            </p:extLst>
          </p:nvPr>
        </p:nvGraphicFramePr>
        <p:xfrm>
          <a:off x="5689210" y="3117797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153500-9405-3154-20D7-1910729CB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79740"/>
              </p:ext>
            </p:extLst>
          </p:nvPr>
        </p:nvGraphicFramePr>
        <p:xfrm>
          <a:off x="5689209" y="348196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FAF5A2C-BA59-9725-E270-BC5EC465D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43268"/>
              </p:ext>
            </p:extLst>
          </p:nvPr>
        </p:nvGraphicFramePr>
        <p:xfrm>
          <a:off x="5689208" y="384303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474633-4324-565E-C566-DF3120035AC8}"/>
              </a:ext>
            </a:extLst>
          </p:cNvPr>
          <p:cNvSpPr txBox="1"/>
          <p:nvPr/>
        </p:nvSpPr>
        <p:spPr>
          <a:xfrm>
            <a:off x="5486400" y="4724400"/>
            <a:ext cx="106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D94526-F28E-3B27-992C-86057CDB9FA5}"/>
              </a:ext>
            </a:extLst>
          </p:cNvPr>
          <p:cNvSpPr txBox="1"/>
          <p:nvPr/>
        </p:nvSpPr>
        <p:spPr>
          <a:xfrm>
            <a:off x="6858000" y="473846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+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ECC9E-FDCC-7FEC-DD27-9B89CD952B28}"/>
              </a:ext>
            </a:extLst>
          </p:cNvPr>
          <p:cNvSpPr txBox="1"/>
          <p:nvPr/>
        </p:nvSpPr>
        <p:spPr>
          <a:xfrm>
            <a:off x="5455916" y="5115956"/>
            <a:ext cx="1097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C5E8D5-041D-C8E1-6F77-A17D18945F04}"/>
              </a:ext>
            </a:extLst>
          </p:cNvPr>
          <p:cNvSpPr txBox="1"/>
          <p:nvPr/>
        </p:nvSpPr>
        <p:spPr>
          <a:xfrm>
            <a:off x="6855652" y="5115956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*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 </a:t>
            </a:r>
            <a:r>
              <a:rPr lang="en-US" sz="2200" i="1"/>
              <a:t>g</a:t>
            </a:r>
            <a:r>
              <a:rPr lang="en-US" sz="2200" i="1" baseline="-25000"/>
              <a:t>$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CF8BE3-3B47-8829-EEB9-3C579D7FB09A}"/>
              </a:ext>
            </a:extLst>
          </p:cNvPr>
          <p:cNvSpPr txBox="1"/>
          <p:nvPr/>
        </p:nvSpPr>
        <p:spPr>
          <a:xfrm>
            <a:off x="5411364" y="5465308"/>
            <a:ext cx="10656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&lt;</a:t>
            </a:r>
            <a:r>
              <a:rPr lang="en-US" sz="2200" i="1" baseline="30000"/>
              <a:t>.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8E3BC-53C3-0E49-B505-52ACE2EE0354}"/>
              </a:ext>
            </a:extLst>
          </p:cNvPr>
          <p:cNvSpPr txBox="1"/>
          <p:nvPr/>
        </p:nvSpPr>
        <p:spPr>
          <a:xfrm>
            <a:off x="6811100" y="5465308"/>
            <a:ext cx="144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/>
              <a:t>f</a:t>
            </a:r>
            <a:r>
              <a:rPr lang="en-US" sz="2200" i="1" baseline="-25000"/>
              <a:t>id</a:t>
            </a:r>
            <a:r>
              <a:rPr lang="en-US" sz="2200" i="1"/>
              <a:t> </a:t>
            </a:r>
            <a:r>
              <a:rPr lang="en-US" sz="2200" i="1">
                <a:sym typeface="Wingdings" panose="05000000000000000000" pitchFamily="2" charset="2"/>
              </a:rPr>
              <a:t></a:t>
            </a:r>
            <a:r>
              <a:rPr lang="en-US" sz="2200" i="1"/>
              <a:t> g</a:t>
            </a:r>
            <a:r>
              <a:rPr lang="en-US" sz="2200" i="1" baseline="-25000"/>
              <a:t>$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650FC2-0C52-3AFA-1137-A3D7F3BC8773}"/>
              </a:ext>
            </a:extLst>
          </p:cNvPr>
          <p:cNvCxnSpPr>
            <a:stCxn id="5" idx="4"/>
            <a:endCxn id="7" idx="0"/>
          </p:cNvCxnSpPr>
          <p:nvPr/>
        </p:nvCxnSpPr>
        <p:spPr>
          <a:xfrm rot="5400000">
            <a:off x="1387976" y="4591928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23829D-F0C1-6525-D901-199BE02CBF85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1907308" y="4072596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A2958E-FD20-6635-F78E-856CA01392A5}"/>
              </a:ext>
            </a:extLst>
          </p:cNvPr>
          <p:cNvCxnSpPr>
            <a:stCxn id="6" idx="4"/>
            <a:endCxn id="8" idx="0"/>
          </p:cNvCxnSpPr>
          <p:nvPr/>
        </p:nvCxnSpPr>
        <p:spPr>
          <a:xfrm rot="5400000">
            <a:off x="38334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377F21-5B24-8B7E-19E9-FE49EB947D04}"/>
              </a:ext>
            </a:extLst>
          </p:cNvPr>
          <p:cNvCxnSpPr>
            <a:stCxn id="7" idx="4"/>
          </p:cNvCxnSpPr>
          <p:nvPr/>
        </p:nvCxnSpPr>
        <p:spPr>
          <a:xfrm rot="5400000">
            <a:off x="141493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F495DE-F54E-651E-F9BA-BDFBBA70C77E}"/>
              </a:ext>
            </a:extLst>
          </p:cNvPr>
          <p:cNvCxnSpPr>
            <a:stCxn id="8" idx="4"/>
            <a:endCxn id="4" idx="0"/>
          </p:cNvCxnSpPr>
          <p:nvPr/>
        </p:nvCxnSpPr>
        <p:spPr>
          <a:xfrm rot="16200000" flipH="1">
            <a:off x="3829306" y="4588998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80DC9E-C2DC-EE5D-BF6F-BDB4B120801F}"/>
              </a:ext>
            </a:extLst>
          </p:cNvPr>
          <p:cNvCxnSpPr>
            <a:stCxn id="8" idx="3"/>
          </p:cNvCxnSpPr>
          <p:nvPr/>
        </p:nvCxnSpPr>
        <p:spPr>
          <a:xfrm rot="5400000">
            <a:off x="2025532" y="4080624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5445A4-AF7B-18E3-968A-B7C10B37BC17}"/>
              </a:ext>
            </a:extLst>
          </p:cNvPr>
          <p:cNvCxnSpPr>
            <a:stCxn id="6" idx="3"/>
            <a:endCxn id="7" idx="7"/>
          </p:cNvCxnSpPr>
          <p:nvPr/>
        </p:nvCxnSpPr>
        <p:spPr>
          <a:xfrm rot="5400000">
            <a:off x="2005604" y="3075956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150594-2973-EDB8-44FF-846764711B76}"/>
              </a:ext>
            </a:extLst>
          </p:cNvPr>
          <p:cNvCxnSpPr>
            <a:stCxn id="4" idx="2"/>
            <a:endCxn id="7" idx="6"/>
          </p:cNvCxnSpPr>
          <p:nvPr/>
        </p:nvCxnSpPr>
        <p:spPr>
          <a:xfrm rot="10800000">
            <a:off x="1907308" y="5111260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429E89-1516-1867-24F0-4EED22DF5D3A}"/>
              </a:ext>
            </a:extLst>
          </p:cNvPr>
          <p:cNvCxnSpPr>
            <a:stCxn id="9" idx="5"/>
            <a:endCxn id="4" idx="1"/>
          </p:cNvCxnSpPr>
          <p:nvPr/>
        </p:nvCxnSpPr>
        <p:spPr>
          <a:xfrm rot="16200000" flipH="1">
            <a:off x="2008534" y="3073026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CB677B-8C47-7FA2-089E-F56AF380598A}"/>
              </a:ext>
            </a:extLst>
          </p:cNvPr>
          <p:cNvCxnSpPr>
            <a:stCxn id="9" idx="4"/>
            <a:endCxn id="5" idx="0"/>
          </p:cNvCxnSpPr>
          <p:nvPr/>
        </p:nvCxnSpPr>
        <p:spPr>
          <a:xfrm rot="5400000">
            <a:off x="1395010" y="3560298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EF5EF8D9-AAE9-A0C4-0B6A-77E7E7E114F3}"/>
              </a:ext>
            </a:extLst>
          </p:cNvPr>
          <p:cNvCxnSpPr>
            <a:stCxn id="9" idx="2"/>
          </p:cNvCxnSpPr>
          <p:nvPr/>
        </p:nvCxnSpPr>
        <p:spPr>
          <a:xfrm rot="10800000" flipV="1">
            <a:off x="1297708" y="3048000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1CB138-BF21-D0D4-7A16-A1AE8A0D77C3}"/>
              </a:ext>
            </a:extLst>
          </p:cNvPr>
          <p:cNvCxnSpPr>
            <a:stCxn id="4" idx="4"/>
          </p:cNvCxnSpPr>
          <p:nvPr/>
        </p:nvCxnSpPr>
        <p:spPr>
          <a:xfrm rot="5400000">
            <a:off x="3859198" y="5603630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F5420E-6667-CE29-C015-67513A9B0FB4}"/>
              </a:ext>
            </a:extLst>
          </p:cNvPr>
          <p:cNvCxnSpPr>
            <a:stCxn id="5" idx="5"/>
          </p:cNvCxnSpPr>
          <p:nvPr/>
        </p:nvCxnSpPr>
        <p:spPr>
          <a:xfrm rot="16200000" flipH="1">
            <a:off x="2028462" y="4077694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ED2613B0-D248-3FA0-40F0-317C4D28E2C9}"/>
              </a:ext>
            </a:extLst>
          </p:cNvPr>
          <p:cNvCxnSpPr>
            <a:stCxn id="6" idx="6"/>
          </p:cNvCxnSpPr>
          <p:nvPr/>
        </p:nvCxnSpPr>
        <p:spPr>
          <a:xfrm>
            <a:off x="4345708" y="3048000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890AF07-271D-13C4-8135-65519E5D0C47}"/>
              </a:ext>
            </a:extLst>
          </p:cNvPr>
          <p:cNvSpPr/>
          <p:nvPr/>
        </p:nvSpPr>
        <p:spPr>
          <a:xfrm>
            <a:off x="5486400" y="2394683"/>
            <a:ext cx="228600" cy="1801368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CC05EE-6EA9-34E7-66CA-693B80E8CBF9}"/>
              </a:ext>
            </a:extLst>
          </p:cNvPr>
          <p:cNvSpPr/>
          <p:nvPr/>
        </p:nvSpPr>
        <p:spPr>
          <a:xfrm>
            <a:off x="5486400" y="2166083"/>
            <a:ext cx="3733800" cy="228600"/>
          </a:xfrm>
          <a:prstGeom prst="rect">
            <a:avLst/>
          </a:prstGeom>
          <a:solidFill>
            <a:srgbClr val="0972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1311CE-35F2-E601-9CE1-226B3CE173F5}"/>
              </a:ext>
            </a:extLst>
          </p:cNvPr>
          <p:cNvSpPr/>
          <p:nvPr/>
        </p:nvSpPr>
        <p:spPr>
          <a:xfrm>
            <a:off x="129770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94ADCE-8BC6-D136-8DD3-8198782ACAEE}"/>
              </a:ext>
            </a:extLst>
          </p:cNvPr>
          <p:cNvSpPr/>
          <p:nvPr/>
        </p:nvSpPr>
        <p:spPr>
          <a:xfrm>
            <a:off x="3741968" y="5791200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196324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582C2-EA48-D6F5-702B-3D251E355A0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B0F130-22F0-A653-1557-FC7058D43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17483"/>
              </p:ext>
            </p:extLst>
          </p:nvPr>
        </p:nvGraphicFramePr>
        <p:xfrm>
          <a:off x="5625606" y="1215510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60BDC7-714F-4FB9-B0AA-AEE0E62C4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808404"/>
              </p:ext>
            </p:extLst>
          </p:nvPr>
        </p:nvGraphicFramePr>
        <p:xfrm>
          <a:off x="5625605" y="158914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4F1CB7-0CD1-60DA-BAB4-F7D31B73C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88920"/>
              </p:ext>
            </p:extLst>
          </p:nvPr>
        </p:nvGraphicFramePr>
        <p:xfrm>
          <a:off x="5625605" y="1954905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BAED834-BE92-B9FC-2431-19CC4C3CD9D5}"/>
              </a:ext>
            </a:extLst>
          </p:cNvPr>
          <p:cNvSpPr/>
          <p:nvPr/>
        </p:nvSpPr>
        <p:spPr>
          <a:xfrm>
            <a:off x="6360152" y="1666334"/>
            <a:ext cx="438172" cy="203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2D2C39-69DC-75E1-9658-38A1AE3B291C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12ACB6-9860-7C65-7B22-C5AC2DCA1BAC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E5DA6D-14CF-D82F-9CA4-428216F9A6CC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F7C1A2-235B-775F-8DE8-AE98F1E89416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A64D3F-5A53-CD43-B2A8-424B3D040802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E31944-2A72-8F59-88C4-9C109B6F4508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74DABE-E6A7-8748-E558-416A9C8B7D78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7CCF47-0C4B-B599-9EE1-2D3454FDCB0C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A8BB49-8522-DB34-1C24-44FD7040DE47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21FF7F-87CE-4013-ABC2-42C890FE5A5F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3D3AAB-1630-2D6D-B00B-381607C1ADFB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00BB56-4683-088D-4E90-8E25583B22FC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1D0AE7-E796-55AA-28D0-845302445815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C4C769-F733-48A8-771A-0A1F571CD17B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F4509A-8F59-E401-5551-77157FB13085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A8C4EB-20E4-97BD-81C7-6552E5D2353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D92A1A-19D4-CE13-860E-7E482C82958D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E4525B-2043-3B8E-6C72-C1FDFBDA2BED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AC3D7A3F-CE75-9E07-8036-7556C59CA9B2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ACBE08-71C6-3B59-E333-C2F183660AD6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AB5E82-4C0A-BFEE-0AF5-29F879095C95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7991B660-820D-6BB9-11FC-C1BCA3BB04AF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6A1E61B-6E05-BEFC-D6BB-FBC1E7410424}"/>
              </a:ext>
            </a:extLst>
          </p:cNvPr>
          <p:cNvSpPr/>
          <p:nvPr/>
        </p:nvSpPr>
        <p:spPr>
          <a:xfrm>
            <a:off x="5243511" y="3058183"/>
            <a:ext cx="3709989" cy="2885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buFont typeface="+mj-lt"/>
              <a:buAutoNum type="arabicPeriod" startAt="4"/>
            </a:pPr>
            <a:r>
              <a:rPr lang="en-US" sz="2300" i="1">
                <a:solidFill>
                  <a:schemeClr val="tx1"/>
                </a:solidFill>
              </a:rPr>
              <a:t>If the constructed graph has a cycle then no precedence functions exist. When there are no cycles collect the length of the longest paths from the groups of f</a:t>
            </a:r>
            <a:r>
              <a:rPr lang="en-US" sz="2300" i="1" baseline="-25000">
                <a:solidFill>
                  <a:schemeClr val="tx1"/>
                </a:solidFill>
              </a:rPr>
              <a:t>a</a:t>
            </a:r>
            <a:r>
              <a:rPr lang="en-US" sz="2300" i="1">
                <a:solidFill>
                  <a:schemeClr val="tx1"/>
                </a:solidFill>
              </a:rPr>
              <a:t> and g</a:t>
            </a:r>
            <a:r>
              <a:rPr lang="en-US" sz="2300" i="1" baseline="-25000" err="1">
                <a:solidFill>
                  <a:schemeClr val="tx1"/>
                </a:solidFill>
              </a:rPr>
              <a:t>b</a:t>
            </a:r>
            <a:r>
              <a:rPr lang="en-US" sz="2300" i="1">
                <a:solidFill>
                  <a:schemeClr val="tx1"/>
                </a:solidFill>
              </a:rPr>
              <a:t> respectively.</a:t>
            </a:r>
            <a:endParaRPr lang="en-US" sz="2300">
              <a:solidFill>
                <a:schemeClr val="tx1"/>
              </a:solidFill>
            </a:endParaRPr>
          </a:p>
          <a:p>
            <a:pPr algn="just"/>
            <a:endParaRPr lang="en-US" sz="230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5941FB-752B-C3F4-38F1-014732F720C5}"/>
              </a:ext>
            </a:extLst>
          </p:cNvPr>
          <p:cNvCxnSpPr/>
          <p:nvPr/>
        </p:nvCxnSpPr>
        <p:spPr>
          <a:xfrm>
            <a:off x="7534141" y="4121240"/>
            <a:ext cx="1345619" cy="2575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67E220A-A3EE-510E-118A-4596651F34C3}"/>
              </a:ext>
            </a:extLst>
          </p:cNvPr>
          <p:cNvCxnSpPr/>
          <p:nvPr/>
        </p:nvCxnSpPr>
        <p:spPr>
          <a:xfrm>
            <a:off x="5641260" y="4483445"/>
            <a:ext cx="32385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3E02CE-6778-4219-EF01-E5A9C06B378D}"/>
              </a:ext>
            </a:extLst>
          </p:cNvPr>
          <p:cNvCxnSpPr/>
          <p:nvPr/>
        </p:nvCxnSpPr>
        <p:spPr>
          <a:xfrm>
            <a:off x="5641260" y="4879961"/>
            <a:ext cx="32385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CA6276-23E0-0E84-F02E-322E1EFF3E28}"/>
              </a:ext>
            </a:extLst>
          </p:cNvPr>
          <p:cNvCxnSpPr/>
          <p:nvPr/>
        </p:nvCxnSpPr>
        <p:spPr>
          <a:xfrm>
            <a:off x="5641260" y="5206081"/>
            <a:ext cx="32385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B3DA04-63E0-1F99-1199-A266FF67AD7B}"/>
              </a:ext>
            </a:extLst>
          </p:cNvPr>
          <p:cNvCxnSpPr/>
          <p:nvPr/>
        </p:nvCxnSpPr>
        <p:spPr>
          <a:xfrm>
            <a:off x="5641260" y="5610894"/>
            <a:ext cx="1457245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05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565C-F632-467E-23E8-FEA9947F2E1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6C3862-959A-A80B-9315-F2B55EBF8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68680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BF162E-0A0C-BC6F-FA67-37A667A9D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328313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322090-889E-3123-4754-997E7A409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544116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4B7A004-B44D-A5EA-CDA8-5174AD0E13B8}"/>
              </a:ext>
            </a:extLst>
          </p:cNvPr>
          <p:cNvSpPr/>
          <p:nvPr/>
        </p:nvSpPr>
        <p:spPr>
          <a:xfrm>
            <a:off x="5979890" y="2177213"/>
            <a:ext cx="438172" cy="20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2B3ABE-4073-8A15-16CB-33532C565359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2020D8-3CCE-7FC7-C914-F4BAF4692810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564BE8-8D5B-A77D-2B43-D8DD5C2061D9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6E3111-CC34-0C9F-5B3B-E2CD4BD3210C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6C00D1-D282-77ED-0A9E-EE8219FAC3B1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FD19F7-C09C-6295-D668-C2698F6AD3F0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47DFE1-1955-C3F5-487B-EC762050D043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EF9587-31C7-84B3-3E41-ECBAA2803C8C}"/>
              </a:ext>
            </a:extLst>
          </p:cNvPr>
          <p:cNvSpPr/>
          <p:nvPr/>
        </p:nvSpPr>
        <p:spPr>
          <a:xfrm>
            <a:off x="3718990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D96D59-67A2-B8F8-61DE-B5285C7C0B42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5B782A-7E29-0F80-FCC7-44100E33D774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1966AB-65CA-682C-CDD4-7AF917D4C2CA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949DD0-7DC1-4151-0E9F-144791CB538B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E61D39-6574-D3AE-B41B-9A86DE3C60CD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488BE4-671E-49A9-B6F5-52B3A9AD0315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DB7018-1C8A-7B82-9694-ADC04E5AE849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3895CE-B09E-C8EA-DFDA-C8E813ECAA08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748DC5-15B2-5B51-2134-0FFA63C75A74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091990-1BF2-7609-B8BC-B943DB8B0546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D6A7387A-1A60-8155-83EC-823220BF0725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B1CB64-3030-CDAA-AC79-2198D66FC025}"/>
              </a:ext>
            </a:extLst>
          </p:cNvPr>
          <p:cNvCxnSpPr>
            <a:stCxn id="7" idx="4"/>
            <a:endCxn id="14" idx="0"/>
          </p:cNvCxnSpPr>
          <p:nvPr/>
        </p:nvCxnSpPr>
        <p:spPr>
          <a:xfrm>
            <a:off x="4018192" y="4401647"/>
            <a:ext cx="5598" cy="37514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1523CC-C410-0949-6CD7-7DCDE2FDB001}"/>
              </a:ext>
            </a:extLst>
          </p:cNvPr>
          <p:cNvCxnSpPr>
            <a:stCxn id="8" idx="5"/>
            <a:endCxn id="14" idx="1"/>
          </p:cNvCxnSpPr>
          <p:nvPr/>
        </p:nvCxnSpPr>
        <p:spPr>
          <a:xfrm>
            <a:off x="1789458" y="3273709"/>
            <a:ext cx="2018806" cy="159235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9">
            <a:extLst>
              <a:ext uri="{FF2B5EF4-FFF2-40B4-BE49-F238E27FC236}">
                <a16:creationId xmlns:a16="http://schemas.microsoft.com/office/drawing/2014/main" id="{0F2E6391-C947-AAA0-99EC-37B874339EB6}"/>
              </a:ext>
            </a:extLst>
          </p:cNvPr>
          <p:cNvCxnSpPr/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22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17FB-013D-CE84-0DBC-06B8972F7C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6C685D-BF3C-66E7-EB18-E7D40EB89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627725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F6ACFE-C26D-C38D-8758-EF52E1B17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46583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712E0F-B95E-DFD9-C82A-B5349352F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180743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BC8F3EB-F2A2-F248-EFE9-745E82E9B66D}"/>
              </a:ext>
            </a:extLst>
          </p:cNvPr>
          <p:cNvSpPr/>
          <p:nvPr/>
        </p:nvSpPr>
        <p:spPr>
          <a:xfrm>
            <a:off x="6791314" y="1835506"/>
            <a:ext cx="438172" cy="20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20341E-C81C-462F-8E0F-69AC9541B698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135465-AA6D-1EEA-8E12-AD90A157BDF8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C658E8-57D1-8118-A18E-815B51397222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39AB7B-3DF0-26DB-E6A4-35DE26543516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2A762D-D28E-628C-E867-2DD15C8FD38A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0935EB-EECC-425B-0D95-884205E70832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329D84-F4AB-AED9-4DDF-967C7DC6014F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ACE5DC-8497-7F34-13A4-6233C1B0CD32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6F362E-9BF2-0B14-EA77-FA06E0BA2D6A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4B5059-0825-0A81-467A-3B8688185DC9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CF4276-92C5-240F-BD80-CBADEF84DEEB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F92333-25F7-3F07-9B8E-86FA4B80A4C1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68AB24-CC42-77B3-4109-7968A7C7C8EA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F0F930-77B6-3192-45DD-CA22EACDEDDF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D90E63-D5A6-AB38-946A-A29AB870319B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AA3FAF-0726-2FE5-4344-05DCCBDE709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962178-B40F-1FF1-63E3-86B26F70DD22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12E2B5-70D3-04B2-22C5-EFF751131641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E3DACCC7-27E8-3BDC-D433-40521EED41BF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CF913B-CBDA-992D-2424-6107ADF32649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803FB7-D2E9-4D60-8110-9530059D998F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392AA67C-C6E9-CB87-7EC2-0849B69E4D36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1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C260-153A-3084-B860-31D90342820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D99C86-145C-9E71-1AAD-DBB1AF7AD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457967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BBBA6D-3087-8265-EDE6-A28E27B68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08339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C531A0-DD7B-025E-AD7D-9D010448A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57328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AFF0D37-AFA8-E8BC-99C3-8D1AED88E203}"/>
              </a:ext>
            </a:extLst>
          </p:cNvPr>
          <p:cNvSpPr/>
          <p:nvPr/>
        </p:nvSpPr>
        <p:spPr>
          <a:xfrm>
            <a:off x="6791314" y="2202840"/>
            <a:ext cx="438172" cy="2035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88D0EE-068F-FEC2-D6D9-6CFF8E5148F2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F1FBB5-D037-3D1A-048F-C122D5D37BD5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24ADC4-2038-E62A-84AA-846134D5779D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BFCBBC-4E63-2E4B-55E0-6B9DFCBAAA16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3A9D7E-FFF8-C498-C21C-A8531AACC9FB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9C644E-D296-6767-07A2-9750EC783A37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3183CD-3DE3-2086-9908-4AE3EE21CD09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0F7F70-1298-ED56-2484-1D70D0AED211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7703BA-4735-7CB3-CE73-38BD45370194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336168-6C09-16D3-3056-295B43C077AD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5011AA-799A-E787-6A37-CF539664306E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559675-AAB3-37E5-18DA-E9CA5CB9BAD1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A1B155-1C0D-2E5E-73EE-D89A9957801D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7EE75F-DF13-D838-0F74-3C380D59E8A4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7A3F35-DB05-E192-F61E-83E8A210610D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5DEEA2-05BD-9708-8361-19F79C74505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F171B7-7E1E-531D-F324-D531C9ABDC83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D38CF0-FB86-C2E1-8B3B-63E95431AFAF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48CC86B5-3F9A-5C2D-AF1A-253C46BF1C9B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903175-B1B8-93C2-45F9-DCA7D9A6BE4B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813C7E-E7E1-B2C8-F4EF-56ECFC62FB04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A387C631-C699-4F41-8687-37C904132EB0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79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12D8-8A9E-C46D-3996-FFE14FD6F2B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CA24B1-9A45-99F0-9ED6-E4A682FCF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900833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AB5084-0BD7-6B10-7BB0-7CAAE31CD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45894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40498A-7F7E-2D00-79F9-96DA80869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548676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B941491-C7C7-F99F-C797-4563B8E592E4}"/>
              </a:ext>
            </a:extLst>
          </p:cNvPr>
          <p:cNvSpPr/>
          <p:nvPr/>
        </p:nvSpPr>
        <p:spPr>
          <a:xfrm>
            <a:off x="7467600" y="1824279"/>
            <a:ext cx="438172" cy="203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4EDB7A-CF27-C485-A338-416B15F965E0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BB9E33-FD51-9FBD-91ED-15F3F4C6C19A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B3FB74-FEC7-F050-1FBB-856C166A493F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37F65B-0228-2EB5-1EA7-4A2CD82A2E2A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A92416-84D9-3D1F-8634-BC6C5105CDF5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E6FD0B-993C-1632-1ACE-921C11F0607F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6649D0-41CC-88B8-425F-48164BD4E7CC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A200D5-D8D1-B00C-8D78-05B07E609885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C31CCE-F6CB-8DFB-08BB-BD529E81BF83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380292-E1B4-7C21-4833-A61CB71FAC59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6F43B8-2CE0-9FCF-3CE3-FE7EE92C743F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F4508B-BDE0-C653-1B19-DB4790E846A6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5553F5-D675-CF2A-6F72-CC20057102F8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3FC198-616E-2175-A65B-BDCA662941BC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B80D24-B744-B9EF-3FC6-E4F003256701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888BA6-59EB-C70E-EF31-F3D7AE7B5367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2724B8-542C-F427-9FC9-FA7E70F89A01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A92716-8DFE-7F6A-309E-6DC1860A4242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AEC23DEF-9954-AAF3-272E-27CC85F3792F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F24B6B-8DBA-331B-5F7A-AD7DB5E2A62F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C76666-D7DF-6516-B49F-469B0AE0C318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7384F4C1-347D-B86A-753D-77605E7039E6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6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33B1-8953-50AC-6EDD-63271699B0D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DD3556-564B-3553-29E5-95183C4F5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17586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9DE04F-CC85-4817-CB7D-86D0095A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247896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7BCFB-2393-83CD-3245-14BDBD77E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3310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E6CC64F-ACDB-9E8F-DD10-39CA4E499C5F}"/>
              </a:ext>
            </a:extLst>
          </p:cNvPr>
          <p:cNvSpPr/>
          <p:nvPr/>
        </p:nvSpPr>
        <p:spPr>
          <a:xfrm>
            <a:off x="7467600" y="2197914"/>
            <a:ext cx="438172" cy="203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EF63BE-FF49-0C80-E470-97AB3B3671E7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82A3FB-163B-C79D-94FE-4C6514927B98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E2DF31-09BB-182B-1F5E-19A61D137C88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A230D8-EDC1-987A-7198-20FBA7C563BD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ECB201-C972-2F11-E9D7-1FD9C3A77555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B05F9F-6386-2121-B551-4F39EF00282E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983FF4-09E2-CCC1-FDE7-EF233D69019F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628D99-A5DE-451A-7D7B-B991FD7DADF0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1D4390-F491-7FB9-84E5-E6899850E252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164E6C-E415-CDB9-8486-315CB4364950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325CD8-16F7-4814-046A-29A0B426758B}"/>
              </a:ext>
            </a:extLst>
          </p:cNvPr>
          <p:cNvCxnSpPr>
            <a:stCxn id="9" idx="4"/>
            <a:endCxn id="12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A6A92B-3A86-0A75-5B84-552E3233829E}"/>
              </a:ext>
            </a:extLst>
          </p:cNvPr>
          <p:cNvCxnSpPr>
            <a:stCxn id="11" idx="4"/>
            <a:endCxn id="10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1A5FEC-DDAA-4B27-6970-075C02871A7B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C2A248-00F1-3289-7051-0DBE195C60A1}"/>
              </a:ext>
            </a:extLst>
          </p:cNvPr>
          <p:cNvCxnSpPr>
            <a:stCxn id="12" idx="3"/>
            <a:endCxn id="10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0991C5-217F-B302-B644-F9984A70207B}"/>
              </a:ext>
            </a:extLst>
          </p:cNvPr>
          <p:cNvCxnSpPr>
            <a:stCxn id="9" idx="3"/>
            <a:endCxn id="11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CB1B34-78EA-3D7B-1710-5FC405579932}"/>
              </a:ext>
            </a:extLst>
          </p:cNvPr>
          <p:cNvCxnSpPr>
            <a:stCxn id="7" idx="2"/>
            <a:endCxn id="11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7FC0FF-DDE7-CE4A-BB6F-1650C07AC0BB}"/>
              </a:ext>
            </a:extLst>
          </p:cNvPr>
          <p:cNvCxnSpPr>
            <a:stCxn id="13" idx="5"/>
            <a:endCxn id="7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6C5A16-0647-FB83-9FAE-65EC2E4F9B82}"/>
              </a:ext>
            </a:extLst>
          </p:cNvPr>
          <p:cNvCxnSpPr>
            <a:stCxn id="13" idx="4"/>
            <a:endCxn id="8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5">
            <a:extLst>
              <a:ext uri="{FF2B5EF4-FFF2-40B4-BE49-F238E27FC236}">
                <a16:creationId xmlns:a16="http://schemas.microsoft.com/office/drawing/2014/main" id="{4E5C9FB5-1C0B-AFD8-3CE9-A30D55EABB9D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F031FD-B37B-00C2-205C-358C5F28C41F}"/>
              </a:ext>
            </a:extLst>
          </p:cNvPr>
          <p:cNvCxnSpPr>
            <a:stCxn id="7" idx="4"/>
            <a:endCxn id="14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8B3B1A-C1D3-24FA-9A8D-C703FFFBAA3C}"/>
              </a:ext>
            </a:extLst>
          </p:cNvPr>
          <p:cNvCxnSpPr>
            <a:stCxn id="8" idx="5"/>
            <a:endCxn id="14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8">
            <a:extLst>
              <a:ext uri="{FF2B5EF4-FFF2-40B4-BE49-F238E27FC236}">
                <a16:creationId xmlns:a16="http://schemas.microsoft.com/office/drawing/2014/main" id="{C1BF69D2-215A-800E-3F1D-816D08D8B3C5}"/>
              </a:ext>
            </a:extLst>
          </p:cNvPr>
          <p:cNvCxnSpPr>
            <a:stCxn id="9" idx="6"/>
            <a:endCxn id="14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03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2801-3BE7-7068-5A49-47BE4AE7087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Operator precedence function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F5B214-FED4-90EA-C450-BA3FC577E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881511"/>
              </p:ext>
            </p:extLst>
          </p:nvPr>
        </p:nvGraphicFramePr>
        <p:xfrm>
          <a:off x="5243512" y="1382319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$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3E6F36-EB58-CDA3-C776-46F12E976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65537"/>
              </p:ext>
            </p:extLst>
          </p:nvPr>
        </p:nvGraphicFramePr>
        <p:xfrm>
          <a:off x="5243511" y="175595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7C0580-723A-4F5E-3CBB-19C6CE060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20227"/>
              </p:ext>
            </p:extLst>
          </p:nvPr>
        </p:nvGraphicFramePr>
        <p:xfrm>
          <a:off x="5243511" y="2121714"/>
          <a:ext cx="3533779" cy="3657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905">
                <a:tc>
                  <a:txBody>
                    <a:bodyPr/>
                    <a:lstStyle/>
                    <a:p>
                      <a:pPr algn="ctr"/>
                      <a:r>
                        <a:rPr lang="en-US" i="1">
                          <a:solidFill>
                            <a:schemeClr val="tx1"/>
                          </a:solidFill>
                        </a:rPr>
                        <a:t>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2C928F72-373E-E81A-BA48-AF1EF28BB193}"/>
              </a:ext>
            </a:extLst>
          </p:cNvPr>
          <p:cNvSpPr/>
          <p:nvPr/>
        </p:nvSpPr>
        <p:spPr>
          <a:xfrm>
            <a:off x="371339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230057-8C8F-1C21-0A6B-64274DE2E72F}"/>
              </a:ext>
            </a:extLst>
          </p:cNvPr>
          <p:cNvSpPr/>
          <p:nvPr/>
        </p:nvSpPr>
        <p:spPr>
          <a:xfrm>
            <a:off x="12691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4DC2B4-F99A-F9D8-8304-72E42D471A00}"/>
              </a:ext>
            </a:extLst>
          </p:cNvPr>
          <p:cNvSpPr/>
          <p:nvPr/>
        </p:nvSpPr>
        <p:spPr>
          <a:xfrm>
            <a:off x="37075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id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CB0609-24ED-12B0-5A06-0CC240E68179}"/>
              </a:ext>
            </a:extLst>
          </p:cNvPr>
          <p:cNvSpPr/>
          <p:nvPr/>
        </p:nvSpPr>
        <p:spPr>
          <a:xfrm>
            <a:off x="126913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DE0392-5D73-FBAD-9452-A3AD4BC1926A}"/>
              </a:ext>
            </a:extLst>
          </p:cNvPr>
          <p:cNvSpPr/>
          <p:nvPr/>
        </p:nvSpPr>
        <p:spPr>
          <a:xfrm>
            <a:off x="1269132" y="379204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6CA4B2-7FBA-C533-1ADF-D2D296003F5A}"/>
              </a:ext>
            </a:extLst>
          </p:cNvPr>
          <p:cNvSpPr/>
          <p:nvPr/>
        </p:nvSpPr>
        <p:spPr>
          <a:xfrm>
            <a:off x="3707532" y="2753383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*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407F09-CCAA-2F63-9854-DAB261AA71BC}"/>
              </a:ext>
            </a:extLst>
          </p:cNvPr>
          <p:cNvSpPr/>
          <p:nvPr/>
        </p:nvSpPr>
        <p:spPr>
          <a:xfrm>
            <a:off x="1269132" y="1728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err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 err="1">
                <a:solidFill>
                  <a:schemeClr val="accent1">
                    <a:lumMod val="75000"/>
                  </a:schemeClr>
                </a:solidFill>
              </a:rPr>
              <a:t>id</a:t>
            </a:r>
            <a:endParaRPr lang="en-US" b="1" i="1" baseline="-25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FC55A3-3349-DEE3-B9A7-424A46680051}"/>
              </a:ext>
            </a:extLst>
          </p:cNvPr>
          <p:cNvSpPr/>
          <p:nvPr/>
        </p:nvSpPr>
        <p:spPr>
          <a:xfrm>
            <a:off x="3713392" y="4776787"/>
            <a:ext cx="609600" cy="6096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b="1" i="1" baseline="-25000">
                <a:solidFill>
                  <a:schemeClr val="accent1">
                    <a:lumMod val="75000"/>
                  </a:schemeClr>
                </a:solidFill>
              </a:rPr>
              <a:t>$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9DB175-F886-71F7-C612-D260E0C07AC0}"/>
              </a:ext>
            </a:extLst>
          </p:cNvPr>
          <p:cNvCxnSpPr>
            <a:stCxn id="7" idx="4"/>
            <a:endCxn id="10" idx="0"/>
          </p:cNvCxnSpPr>
          <p:nvPr/>
        </p:nvCxnSpPr>
        <p:spPr>
          <a:xfrm rot="5400000">
            <a:off x="1359400" y="3577515"/>
            <a:ext cx="429064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5132BA-CE9C-E040-0682-0DCD3453B224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1878732" y="3058183"/>
            <a:ext cx="182880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13F490-0081-6019-88C1-AE3E0DA90BAD}"/>
              </a:ext>
            </a:extLst>
          </p:cNvPr>
          <p:cNvCxnSpPr>
            <a:stCxn id="8" idx="4"/>
            <a:endCxn id="11" idx="0"/>
          </p:cNvCxnSpPr>
          <p:nvPr/>
        </p:nvCxnSpPr>
        <p:spPr>
          <a:xfrm rot="5400000">
            <a:off x="38048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522CB2-B731-DC32-6AC0-CA60090A487D}"/>
              </a:ext>
            </a:extLst>
          </p:cNvPr>
          <p:cNvCxnSpPr>
            <a:stCxn id="10" idx="4"/>
            <a:endCxn id="9" idx="0"/>
          </p:cNvCxnSpPr>
          <p:nvPr/>
        </p:nvCxnSpPr>
        <p:spPr>
          <a:xfrm rot="5400000">
            <a:off x="138636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D85A3-6603-36B4-20E2-249CF4345BA8}"/>
              </a:ext>
            </a:extLst>
          </p:cNvPr>
          <p:cNvCxnSpPr>
            <a:stCxn id="11" idx="4"/>
            <a:endCxn id="6" idx="0"/>
          </p:cNvCxnSpPr>
          <p:nvPr/>
        </p:nvCxnSpPr>
        <p:spPr>
          <a:xfrm rot="16200000" flipH="1">
            <a:off x="3800730" y="3574585"/>
            <a:ext cx="429064" cy="58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5C103B-D875-3386-6E93-89F92177931B}"/>
              </a:ext>
            </a:extLst>
          </p:cNvPr>
          <p:cNvCxnSpPr>
            <a:stCxn id="11" idx="3"/>
            <a:endCxn id="9" idx="7"/>
          </p:cNvCxnSpPr>
          <p:nvPr/>
        </p:nvCxnSpPr>
        <p:spPr>
          <a:xfrm rot="5400000">
            <a:off x="1996956" y="3066211"/>
            <a:ext cx="1592352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8ACA79-9928-1B29-BBF4-70D7C85ED25F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rot="5400000">
            <a:off x="1977028" y="2061543"/>
            <a:ext cx="1632208" cy="200734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2E53FD-0DCE-2173-D02C-05BA541B42B5}"/>
              </a:ext>
            </a:extLst>
          </p:cNvPr>
          <p:cNvCxnSpPr>
            <a:stCxn id="6" idx="2"/>
            <a:endCxn id="10" idx="6"/>
          </p:cNvCxnSpPr>
          <p:nvPr/>
        </p:nvCxnSpPr>
        <p:spPr>
          <a:xfrm rot="10800000">
            <a:off x="1878732" y="4096847"/>
            <a:ext cx="183466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D87F1A-CB36-A284-1559-3BB4FB5F68A0}"/>
              </a:ext>
            </a:extLst>
          </p:cNvPr>
          <p:cNvCxnSpPr>
            <a:stCxn id="12" idx="5"/>
            <a:endCxn id="6" idx="1"/>
          </p:cNvCxnSpPr>
          <p:nvPr/>
        </p:nvCxnSpPr>
        <p:spPr>
          <a:xfrm rot="16200000" flipH="1">
            <a:off x="1979958" y="2058613"/>
            <a:ext cx="1632208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3E6D83-B440-1363-5185-047BE74D14D6}"/>
              </a:ext>
            </a:extLst>
          </p:cNvPr>
          <p:cNvCxnSpPr>
            <a:stCxn id="12" idx="4"/>
            <a:endCxn id="7" idx="0"/>
          </p:cNvCxnSpPr>
          <p:nvPr/>
        </p:nvCxnSpPr>
        <p:spPr>
          <a:xfrm rot="5400000">
            <a:off x="1366434" y="2545885"/>
            <a:ext cx="414996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4">
            <a:extLst>
              <a:ext uri="{FF2B5EF4-FFF2-40B4-BE49-F238E27FC236}">
                <a16:creationId xmlns:a16="http://schemas.microsoft.com/office/drawing/2014/main" id="{D1DA5B5C-AFBA-1B24-8C56-BFDA3C7116A3}"/>
              </a:ext>
            </a:extLst>
          </p:cNvPr>
          <p:cNvCxnSpPr>
            <a:stCxn id="12" idx="2"/>
            <a:endCxn id="9" idx="2"/>
          </p:cNvCxnSpPr>
          <p:nvPr/>
        </p:nvCxnSpPr>
        <p:spPr>
          <a:xfrm rot="10800000" flipV="1">
            <a:off x="1269132" y="2033587"/>
            <a:ext cx="1588" cy="3048000"/>
          </a:xfrm>
          <a:prstGeom prst="curvedConnector3">
            <a:avLst>
              <a:gd name="adj1" fmla="val 4290957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61E462-E18D-D226-8D12-5605A903DCC9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rot="5400000">
            <a:off x="3830622" y="4589217"/>
            <a:ext cx="375140" cy="158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7C7961-0F6E-BE9B-DA6E-295EC05B41D7}"/>
              </a:ext>
            </a:extLst>
          </p:cNvPr>
          <p:cNvCxnSpPr>
            <a:stCxn id="7" idx="5"/>
            <a:endCxn id="13" idx="1"/>
          </p:cNvCxnSpPr>
          <p:nvPr/>
        </p:nvCxnSpPr>
        <p:spPr>
          <a:xfrm rot="16200000" flipH="1">
            <a:off x="1999886" y="3063281"/>
            <a:ext cx="1592352" cy="2013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7">
            <a:extLst>
              <a:ext uri="{FF2B5EF4-FFF2-40B4-BE49-F238E27FC236}">
                <a16:creationId xmlns:a16="http://schemas.microsoft.com/office/drawing/2014/main" id="{9B5B7CF3-6AE4-6350-0FF9-4E8B6E512E98}"/>
              </a:ext>
            </a:extLst>
          </p:cNvPr>
          <p:cNvCxnSpPr>
            <a:stCxn id="8" idx="6"/>
            <a:endCxn id="13" idx="6"/>
          </p:cNvCxnSpPr>
          <p:nvPr/>
        </p:nvCxnSpPr>
        <p:spPr>
          <a:xfrm>
            <a:off x="4317132" y="2033587"/>
            <a:ext cx="5860" cy="3048000"/>
          </a:xfrm>
          <a:prstGeom prst="curvedConnector3">
            <a:avLst>
              <a:gd name="adj1" fmla="val 103401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C11187D-A701-68F3-9DCF-3B5501F395BF}"/>
              </a:ext>
            </a:extLst>
          </p:cNvPr>
          <p:cNvSpPr/>
          <p:nvPr/>
        </p:nvSpPr>
        <p:spPr>
          <a:xfrm>
            <a:off x="8208137" y="1824279"/>
            <a:ext cx="438172" cy="2035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2E0846-932C-1267-6707-D3CAA3E4802B}"/>
              </a:ext>
            </a:extLst>
          </p:cNvPr>
          <p:cNvSpPr/>
          <p:nvPr/>
        </p:nvSpPr>
        <p:spPr>
          <a:xfrm>
            <a:off x="8255784" y="2190039"/>
            <a:ext cx="438172" cy="2035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CAE61E7-6D0B-2077-CB33-101600AC8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373" y="2890347"/>
            <a:ext cx="41656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9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10DAA35C-F381-6747-72F1-677D4D696BE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045F7D-BA78-9A2F-2A6D-431BC54CE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48" y="984264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3DE66B-984A-4BA4-0ABA-8B007C033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41" y="2078826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22852-F814-E2E0-22DA-4758C535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354" y="2081861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F570E-9522-1EF1-6A23-49D8D67C4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5341" y="2800963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8A9B3A-C88D-043D-F3D5-26FD87682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843" y="3457714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649713-7AB4-BB0F-3CEF-DB61CFAAA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7126" y="3766960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EA92F-58A3-A0AD-FCEC-95BE8E4BD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768" y="2793618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096389-425F-0EE9-F65D-0E9286EB2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011" y="5619288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0DF4F7-5AE8-AAC7-67DF-0F3F9E48F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6084" y="4944799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9DC6BF-E487-EADE-9B7E-92BD4A0DA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755" y="4292250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FDF64BB8-6AF9-97BD-004B-E2B5FECA0B69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927523" y="1412889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C7145455-7227-AB44-A36B-91618EA88382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104586" y="1412889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52DC18DB-1835-DE05-D149-6ED43096E3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15688" y="2515396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CAE74930-4A6A-5BC8-6F1D-507D678A68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10066" y="302852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3F43E39-EF04-D84D-B326-D865756C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182" y="5307717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C648F-33D0-47A8-8098-C6B6AF2B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523" y="4626395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16D892-A97B-6719-1D06-153864ABCF7F}"/>
              </a:ext>
            </a:extLst>
          </p:cNvPr>
          <p:cNvSpPr/>
          <p:nvPr/>
        </p:nvSpPr>
        <p:spPr>
          <a:xfrm>
            <a:off x="1910051" y="200566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03A995-74C8-BD60-5E00-85E5C7BE3BCF}"/>
              </a:ext>
            </a:extLst>
          </p:cNvPr>
          <p:cNvSpPr/>
          <p:nvPr/>
        </p:nvSpPr>
        <p:spPr>
          <a:xfrm>
            <a:off x="6338056" y="200566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34DB6816-D08B-2EAF-54CD-D65C9CAC7D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00708" y="395903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A42FEB1F-DF19-4F8B-1F0A-3B242A7D6F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35449" y="485591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7159D76F-3216-C22C-8E9A-AEECD72124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0894" y="5634956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27A052-90D8-86F4-8B00-E2AB94090920}"/>
              </a:ext>
            </a:extLst>
          </p:cNvPr>
          <p:cNvCxnSpPr/>
          <p:nvPr/>
        </p:nvCxnSpPr>
        <p:spPr>
          <a:xfrm flipH="1" flipV="1">
            <a:off x="3535449" y="4462446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F834380B-EB09-AA4D-4499-7A59BE6CD5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79748" y="2555423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0A3EFDF2-50E8-146A-17C3-3B6E14ABD3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74126" y="306854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F41D77AE-448C-E42C-C923-261D2C3F50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64768" y="399906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84FEC23F-84EA-314C-3313-1238878B9CC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16755" y="446244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315BC718-C763-42BE-22B0-98E0915226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33590" y="514081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826BA1-BAF2-4574-F594-8342143B281E}"/>
              </a:ext>
            </a:extLst>
          </p:cNvPr>
          <p:cNvCxnSpPr/>
          <p:nvPr/>
        </p:nvCxnSpPr>
        <p:spPr>
          <a:xfrm flipV="1">
            <a:off x="8014745" y="4165993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8B4FD042-CE23-14ED-0FD5-FBE46CAEC2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95394" y="583131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7536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5A14-36DA-CAB9-D6DF-B998D3F7F1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LR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03589-A1C0-CCF5-CDB0-9DE0A1BBE48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LR parsing is most efficient method of bottom up parsing which can be used to parse large class of context free grammar.</a:t>
            </a:r>
          </a:p>
          <a:p>
            <a:r>
              <a:rPr lang="en-US" sz="2400" dirty="0"/>
              <a:t>The technique is called LR(k) parsing: 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“L”</a:t>
            </a:r>
            <a:r>
              <a:rPr lang="en-US" sz="2400" dirty="0"/>
              <a:t> is for </a:t>
            </a:r>
            <a:r>
              <a:rPr lang="en-US" sz="2400" dirty="0">
                <a:solidFill>
                  <a:srgbClr val="C00000"/>
                </a:solidFill>
              </a:rPr>
              <a:t>left to right </a:t>
            </a:r>
            <a:r>
              <a:rPr lang="en-US" sz="2400" dirty="0"/>
              <a:t>scanning of input symbol,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“R”</a:t>
            </a:r>
            <a:r>
              <a:rPr lang="en-US" sz="2400" dirty="0"/>
              <a:t> for constructing </a:t>
            </a:r>
            <a:r>
              <a:rPr lang="en-US" sz="2400" dirty="0">
                <a:solidFill>
                  <a:srgbClr val="C00000"/>
                </a:solidFill>
              </a:rPr>
              <a:t>right most derivation in reverse</a:t>
            </a:r>
            <a:r>
              <a:rPr lang="en-US" sz="2400" dirty="0"/>
              <a:t>,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“k”</a:t>
            </a:r>
            <a:r>
              <a:rPr lang="en-US" sz="2400" dirty="0"/>
              <a:t> for the </a:t>
            </a:r>
            <a:r>
              <a:rPr lang="en-US" sz="2400" dirty="0">
                <a:solidFill>
                  <a:srgbClr val="C00000"/>
                </a:solidFill>
              </a:rPr>
              <a:t>number of input symbols </a:t>
            </a:r>
            <a:r>
              <a:rPr lang="en-US" sz="2400" dirty="0"/>
              <a:t>of look ahead that are used in making parsing decision.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BF42AB-F1B1-FC1F-1F03-7CDFCB48B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263" y="4423766"/>
            <a:ext cx="1285875" cy="795495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LR parsing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59DDC-7827-0D46-F963-73094B2C5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494" y="3488821"/>
            <a:ext cx="838200" cy="337186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100000"/>
                <a:lumOff val="0"/>
              </a:schemeClr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C167A-59E4-9520-8399-18396A0C3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988" y="4721601"/>
            <a:ext cx="1085850" cy="3403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7" name="AutoShape 14">
            <a:extLst>
              <a:ext uri="{FF2B5EF4-FFF2-40B4-BE49-F238E27FC236}">
                <a16:creationId xmlns:a16="http://schemas.microsoft.com/office/drawing/2014/main" id="{E28B8E7C-F6A4-7E98-1B79-264717A1DEF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04107" y="3890366"/>
            <a:ext cx="0" cy="53340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15">
            <a:extLst>
              <a:ext uri="{FF2B5EF4-FFF2-40B4-BE49-F238E27FC236}">
                <a16:creationId xmlns:a16="http://schemas.microsoft.com/office/drawing/2014/main" id="{AA1268C2-0419-109E-6BAD-B28EC8FE299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88275" y="4923511"/>
            <a:ext cx="65722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6">
            <a:extLst>
              <a:ext uri="{FF2B5EF4-FFF2-40B4-BE49-F238E27FC236}">
                <a16:creationId xmlns:a16="http://schemas.microsoft.com/office/drawing/2014/main" id="{C726C085-5DC7-9234-80D3-950EF9EF5C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36138" y="4874636"/>
            <a:ext cx="70485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0F82297-65B5-75D5-FAB2-2C43AB28A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66830"/>
              </p:ext>
            </p:extLst>
          </p:nvPr>
        </p:nvGraphicFramePr>
        <p:xfrm>
          <a:off x="4916912" y="3532002"/>
          <a:ext cx="1485901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4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B411CB6-68A7-6F47-D5D4-62E39EB8E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516030"/>
              </p:ext>
            </p:extLst>
          </p:nvPr>
        </p:nvGraphicFramePr>
        <p:xfrm>
          <a:off x="3980543" y="4181831"/>
          <a:ext cx="38100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9B61FA-FC69-CCBC-7491-B62079651319}"/>
              </a:ext>
            </a:extLst>
          </p:cNvPr>
          <p:cNvCxnSpPr>
            <a:stCxn id="4" idx="2"/>
            <a:endCxn id="13" idx="0"/>
          </p:cNvCxnSpPr>
          <p:nvPr/>
        </p:nvCxnSpPr>
        <p:spPr>
          <a:xfrm>
            <a:off x="5693201" y="5219261"/>
            <a:ext cx="10906" cy="5209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7E4E46C-FB53-A91E-9C7E-128F8E460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897" y="5740185"/>
            <a:ext cx="2098419" cy="388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Parsing 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C71E2F-8287-0A15-F430-8B435F216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897" y="6113669"/>
            <a:ext cx="1085850" cy="3403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43F2F-83A6-AA4D-DB0B-E5A87292B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701" y="6113669"/>
            <a:ext cx="1039615" cy="3403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Goto</a:t>
            </a:r>
            <a:endParaRPr lang="en-US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2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 animBg="1"/>
      <p:bldP spid="1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1">
            <a:extLst>
              <a:ext uri="{FF2B5EF4-FFF2-40B4-BE49-F238E27FC236}">
                <a16:creationId xmlns:a16="http://schemas.microsoft.com/office/drawing/2014/main" id="{ADA3ABE6-333A-07A9-8A81-DDF736BD072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2EB63-36BE-F3EA-4EDE-EA36441AF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3207" y="971384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179BC-88D0-2BD6-8E1D-E65B049F6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400" y="2065946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6B68D-FF06-320E-8865-7D856DC4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413" y="2068981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BF42B-EA36-5F0C-2F52-72542BEC2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6400" y="2788083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20ABE-F177-DEF5-0672-5FB1F407C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902" y="3444834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redictive 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BB56F-0F70-66C0-5283-E2CD7CE0A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8185" y="3754080"/>
            <a:ext cx="1492094" cy="399545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B43CD8-C364-96FF-E8F5-5C31ED90F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827" y="2780738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72AC5-9ECC-C8A4-340C-2059B8808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4070" y="5606408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08320-9173-0B14-D72F-804805C1E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7143" y="4931919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82B1E3-A11E-41A3-4E2B-19F8E626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0814" y="4279370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E848181E-8347-214F-16B5-CB3163C3BA8D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708582" y="1400009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5ED857B2-1F93-77D9-7F75-D33C659CCF68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5885645" y="1400009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84B80DAA-51E5-F21F-0D7C-A802C28B6A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6747" y="2502516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6EAA360B-1F8F-2939-9F68-5D7A5F29DA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1125" y="301564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5207C8E-F2E3-5F35-2E9F-BF22408D5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3241" y="5294837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FEE61-F4D3-4E00-C4E2-CE99B674A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582" y="4613515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B45E92-8309-21F0-ED57-0CC8A04FB203}"/>
              </a:ext>
            </a:extLst>
          </p:cNvPr>
          <p:cNvSpPr/>
          <p:nvPr/>
        </p:nvSpPr>
        <p:spPr>
          <a:xfrm>
            <a:off x="1691110" y="199278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DB0CCB-6DED-4E85-074E-7AFD547ECDF3}"/>
              </a:ext>
            </a:extLst>
          </p:cNvPr>
          <p:cNvSpPr/>
          <p:nvPr/>
        </p:nvSpPr>
        <p:spPr>
          <a:xfrm>
            <a:off x="6119115" y="199278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D2284A6F-3966-B292-3775-BD51687286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81767" y="394615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EB0CA853-2788-1C44-9F4D-CAD3402501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16508" y="484303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73238F4D-09A5-00DC-0BEB-B2ED632A60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01953" y="5622076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31B2D0-5827-2D72-1E11-FA338DEF7711}"/>
              </a:ext>
            </a:extLst>
          </p:cNvPr>
          <p:cNvCxnSpPr/>
          <p:nvPr/>
        </p:nvCxnSpPr>
        <p:spPr>
          <a:xfrm flipH="1" flipV="1">
            <a:off x="3316508" y="4449566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7D113779-B182-C505-F9B9-493D925EDD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0807" y="2542543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5ABF24D4-9CE7-22D2-682A-3FFB9E06D4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55185" y="305566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83F30A62-CE1A-1A0F-D1D6-F9566CE375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45827" y="398618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5884F7C9-93DA-DC8F-7300-FABB8896CA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97814" y="444956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C39690DD-100D-895E-EB26-D3C30A9917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6012" y="512793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12C2F8-351B-01AF-08E5-89B28C7F3F20}"/>
              </a:ext>
            </a:extLst>
          </p:cNvPr>
          <p:cNvCxnSpPr/>
          <p:nvPr/>
        </p:nvCxnSpPr>
        <p:spPr>
          <a:xfrm flipV="1">
            <a:off x="7795804" y="4153113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F371A632-7DA8-7F39-1617-9D7330263D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6453" y="581843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42525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29AF-A253-6341-C61A-7787B3518AA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Computation of closure &amp; go to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CDB3C-C6C8-194D-ECB2-00139216E45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X</a:t>
            </a:r>
            <a:r>
              <a:rPr lang="en-US">
                <a:sym typeface="Wingdings" panose="05000000000000000000" pitchFamily="2" charset="2"/>
              </a:rPr>
              <a:t> Xb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Closure(I):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		X  X 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Goto(I,X)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		X X b	</a:t>
            </a:r>
            <a:endParaRPr lang="en-US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208378-022B-45D4-C137-BE74D3EA0119}"/>
              </a:ext>
            </a:extLst>
          </p:cNvPr>
          <p:cNvSpPr/>
          <p:nvPr/>
        </p:nvSpPr>
        <p:spPr>
          <a:xfrm>
            <a:off x="2553926" y="2003355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3674B-D870-5380-6392-0A2122D89166}"/>
              </a:ext>
            </a:extLst>
          </p:cNvPr>
          <p:cNvSpPr/>
          <p:nvPr/>
        </p:nvSpPr>
        <p:spPr>
          <a:xfrm>
            <a:off x="2451916" y="2996411"/>
            <a:ext cx="381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2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dur="200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06 -1.85185E-06 L 1.66667E-06 0.00023 C 0.00026 0.01551 0.00026 0.03125 0.00091 0.04676 C 0.00091 0.04908 0.0013 0.05116 0.00182 0.05324 C 0.00234 0.05533 0.00299 0.05764 0.00377 0.05926 C 0.00573 0.0632 0.00729 0.06366 0.0095 0.06574 C 0.01133 0.06482 0.01862 0.06574 0.02044 0.05926 C 0.02148 0.05556 0.02174 0.05116 0.02239 0.04676 L 0.02344 0.04074 C 0.02292 0.0338 0.02292 0.02709 0.02239 0.02014 C 0.022 0.01597 0.02109 0.01181 0.02044 0.00787 C 0.01927 0.00116 0.0194 0.00394 0.0194 -1.85185E-06" pathEditMode="relative" rAng="0" ptsTypes="AAAAAAAAAAAA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E4B9-5585-70ED-3232-2ABDDF598B1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Steps to construct SLR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EF09-0E9D-6291-0D83-23A869FB5D7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Construct Canonical set of LR(0)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Construct SLR parsing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Parse the input string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5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F868-2548-C12D-BE0B-6E68C12C20C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SLR(1)- simple LR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D3ED6F-8BEF-C71E-1F4B-E0FC00A1525F}"/>
              </a:ext>
            </a:extLst>
          </p:cNvPr>
          <p:cNvSpPr/>
          <p:nvPr/>
        </p:nvSpPr>
        <p:spPr>
          <a:xfrm>
            <a:off x="109952" y="835478"/>
            <a:ext cx="17907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E47A1"/>
                </a:solidFill>
                <a:latin typeface="+mj-lt"/>
              </a:rPr>
              <a:t>S </a:t>
            </a:r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AA</a:t>
            </a:r>
          </a:p>
          <a:p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  aA | b</a:t>
            </a:r>
            <a:endParaRPr lang="en-US" sz="2400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5BF3C-9734-9BA4-79E7-E5EF0B5588CD}"/>
              </a:ext>
            </a:extLst>
          </p:cNvPr>
          <p:cNvSpPr/>
          <p:nvPr/>
        </p:nvSpPr>
        <p:spPr>
          <a:xfrm>
            <a:off x="2782061" y="22860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5FC1D-5BD2-FCE2-0442-4664AEE8D19C}"/>
              </a:ext>
            </a:extLst>
          </p:cNvPr>
          <p:cNvSpPr/>
          <p:nvPr/>
        </p:nvSpPr>
        <p:spPr>
          <a:xfrm>
            <a:off x="2782061" y="25962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9D4B22-E3A4-AD03-D496-8EC635491916}"/>
              </a:ext>
            </a:extLst>
          </p:cNvPr>
          <p:cNvSpPr/>
          <p:nvPr/>
        </p:nvSpPr>
        <p:spPr>
          <a:xfrm>
            <a:off x="2782061" y="29717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7927D-527A-0C50-1FF9-914E67F52127}"/>
              </a:ext>
            </a:extLst>
          </p:cNvPr>
          <p:cNvSpPr/>
          <p:nvPr/>
        </p:nvSpPr>
        <p:spPr>
          <a:xfrm>
            <a:off x="2787504" y="33473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7E5F3-E8C6-3801-9FC5-B68CD540E82F}"/>
              </a:ext>
            </a:extLst>
          </p:cNvPr>
          <p:cNvSpPr/>
          <p:nvPr/>
        </p:nvSpPr>
        <p:spPr>
          <a:xfrm>
            <a:off x="2727638" y="2209800"/>
            <a:ext cx="876300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FF72D8-1A1C-801F-466B-464EF0D4FC13}"/>
              </a:ext>
            </a:extLst>
          </p:cNvPr>
          <p:cNvSpPr/>
          <p:nvPr/>
        </p:nvSpPr>
        <p:spPr>
          <a:xfrm>
            <a:off x="2890922" y="12573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A96642-7A65-8DAF-FDC5-596B06647447}"/>
              </a:ext>
            </a:extLst>
          </p:cNvPr>
          <p:cNvSpPr/>
          <p:nvPr/>
        </p:nvSpPr>
        <p:spPr>
          <a:xfrm>
            <a:off x="2709262" y="115116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DF2A0-20AD-0A4C-1F50-AF29BD02292C}"/>
              </a:ext>
            </a:extLst>
          </p:cNvPr>
          <p:cNvSpPr/>
          <p:nvPr/>
        </p:nvSpPr>
        <p:spPr>
          <a:xfrm>
            <a:off x="4816700" y="20628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9C5A35-BB82-88FE-DED2-23E9403C9A0B}"/>
              </a:ext>
            </a:extLst>
          </p:cNvPr>
          <p:cNvSpPr/>
          <p:nvPr/>
        </p:nvSpPr>
        <p:spPr>
          <a:xfrm>
            <a:off x="4816700" y="24383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C30C9-C8DC-444A-B33B-D6EE2729F6B1}"/>
              </a:ext>
            </a:extLst>
          </p:cNvPr>
          <p:cNvSpPr/>
          <p:nvPr/>
        </p:nvSpPr>
        <p:spPr>
          <a:xfrm>
            <a:off x="4822143" y="28139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F965C7-3BB8-A2B6-64EC-B4F5930FD221}"/>
              </a:ext>
            </a:extLst>
          </p:cNvPr>
          <p:cNvSpPr/>
          <p:nvPr/>
        </p:nvSpPr>
        <p:spPr>
          <a:xfrm>
            <a:off x="4778605" y="1981200"/>
            <a:ext cx="892623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45F62-E879-E331-5E3A-91C4CB229CAF}"/>
              </a:ext>
            </a:extLst>
          </p:cNvPr>
          <p:cNvSpPr/>
          <p:nvPr/>
        </p:nvSpPr>
        <p:spPr>
          <a:xfrm>
            <a:off x="4816699" y="4419602"/>
            <a:ext cx="838200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C49086-E323-6E90-85AB-47A8BF6A3AA6}"/>
              </a:ext>
            </a:extLst>
          </p:cNvPr>
          <p:cNvSpPr/>
          <p:nvPr/>
        </p:nvSpPr>
        <p:spPr>
          <a:xfrm>
            <a:off x="4822142" y="479515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9C818E-B951-06DF-1E7A-392DD5A4FAFC}"/>
              </a:ext>
            </a:extLst>
          </p:cNvPr>
          <p:cNvSpPr/>
          <p:nvPr/>
        </p:nvSpPr>
        <p:spPr>
          <a:xfrm>
            <a:off x="4762275" y="3897089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38124-A54B-478A-137F-AA7DD47F5E74}"/>
              </a:ext>
            </a:extLst>
          </p:cNvPr>
          <p:cNvSpPr/>
          <p:nvPr/>
        </p:nvSpPr>
        <p:spPr>
          <a:xfrm>
            <a:off x="4822142" y="406853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13F7AB-CABC-FC9B-6B0F-922210950754}"/>
              </a:ext>
            </a:extLst>
          </p:cNvPr>
          <p:cNvSpPr/>
          <p:nvPr/>
        </p:nvSpPr>
        <p:spPr>
          <a:xfrm>
            <a:off x="2808938" y="491079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35752E-A96E-7C5D-5CCE-7A2391BA51A8}"/>
              </a:ext>
            </a:extLst>
          </p:cNvPr>
          <p:cNvSpPr/>
          <p:nvPr/>
        </p:nvSpPr>
        <p:spPr>
          <a:xfrm>
            <a:off x="2720182" y="4864519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498CF3-955A-5279-2A67-469DA72C56AC}"/>
              </a:ext>
            </a:extLst>
          </p:cNvPr>
          <p:cNvSpPr/>
          <p:nvPr/>
        </p:nvSpPr>
        <p:spPr>
          <a:xfrm>
            <a:off x="6977167" y="175532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7E878-67C6-960E-F132-57B3AB83922E}"/>
              </a:ext>
            </a:extLst>
          </p:cNvPr>
          <p:cNvSpPr/>
          <p:nvPr/>
        </p:nvSpPr>
        <p:spPr>
          <a:xfrm>
            <a:off x="6982610" y="213087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73978A-A45B-9E1E-6978-3883BA675FD0}"/>
              </a:ext>
            </a:extLst>
          </p:cNvPr>
          <p:cNvSpPr/>
          <p:nvPr/>
        </p:nvSpPr>
        <p:spPr>
          <a:xfrm>
            <a:off x="6938749" y="1216478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DAD958-FA0F-9A21-FDA5-74F8FE17AAC2}"/>
              </a:ext>
            </a:extLst>
          </p:cNvPr>
          <p:cNvSpPr/>
          <p:nvPr/>
        </p:nvSpPr>
        <p:spPr>
          <a:xfrm>
            <a:off x="6982610" y="140425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B4B2C0-7DB7-E797-C39B-16E0833F9CAD}"/>
              </a:ext>
            </a:extLst>
          </p:cNvPr>
          <p:cNvSpPr/>
          <p:nvPr/>
        </p:nvSpPr>
        <p:spPr>
          <a:xfrm>
            <a:off x="7060152" y="2775857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0D4972-25E2-6006-E3EB-8711E10E0747}"/>
              </a:ext>
            </a:extLst>
          </p:cNvPr>
          <p:cNvSpPr/>
          <p:nvPr/>
        </p:nvSpPr>
        <p:spPr>
          <a:xfrm>
            <a:off x="6970238" y="2784383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6CCCC-EC4E-B53C-2462-0C29DFE5F9E2}"/>
              </a:ext>
            </a:extLst>
          </p:cNvPr>
          <p:cNvSpPr/>
          <p:nvPr/>
        </p:nvSpPr>
        <p:spPr>
          <a:xfrm>
            <a:off x="7016633" y="482509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1D4B00-A8F2-6BBD-0A4A-640C574D9C2B}"/>
              </a:ext>
            </a:extLst>
          </p:cNvPr>
          <p:cNvSpPr/>
          <p:nvPr/>
        </p:nvSpPr>
        <p:spPr>
          <a:xfrm>
            <a:off x="7022076" y="520064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E794E2-7A9F-5CB1-9163-6A8A717C814A}"/>
              </a:ext>
            </a:extLst>
          </p:cNvPr>
          <p:cNvSpPr/>
          <p:nvPr/>
        </p:nvSpPr>
        <p:spPr>
          <a:xfrm>
            <a:off x="6959794" y="4285585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1CECD1-8C58-C946-CAF9-616489D586DA}"/>
              </a:ext>
            </a:extLst>
          </p:cNvPr>
          <p:cNvSpPr/>
          <p:nvPr/>
        </p:nvSpPr>
        <p:spPr>
          <a:xfrm>
            <a:off x="7022076" y="447402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23BC88-1367-CF8E-6DB4-DA6F8917CD7E}"/>
              </a:ext>
            </a:extLst>
          </p:cNvPr>
          <p:cNvSpPr/>
          <p:nvPr/>
        </p:nvSpPr>
        <p:spPr>
          <a:xfrm>
            <a:off x="6989412" y="59381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F9A2D1-A2FA-EEF8-3674-2235C86C11D8}"/>
              </a:ext>
            </a:extLst>
          </p:cNvPr>
          <p:cNvSpPr/>
          <p:nvPr/>
        </p:nvSpPr>
        <p:spPr>
          <a:xfrm>
            <a:off x="6880559" y="5938156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B45EF3-8CB3-80E3-F5B8-9F581CD51419}"/>
              </a:ext>
            </a:extLst>
          </p:cNvPr>
          <p:cNvSpPr/>
          <p:nvPr/>
        </p:nvSpPr>
        <p:spPr>
          <a:xfrm>
            <a:off x="4868036" y="1066799"/>
            <a:ext cx="843635" cy="323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72F23-9C12-29F5-FC32-C2EF6F410C50}"/>
              </a:ext>
            </a:extLst>
          </p:cNvPr>
          <p:cNvSpPr/>
          <p:nvPr/>
        </p:nvSpPr>
        <p:spPr>
          <a:xfrm>
            <a:off x="4791833" y="97971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776FF-0ACF-0628-FDC3-3BE6341CA96E}"/>
              </a:ext>
            </a:extLst>
          </p:cNvPr>
          <p:cNvSpPr/>
          <p:nvPr/>
        </p:nvSpPr>
        <p:spPr>
          <a:xfrm>
            <a:off x="7011177" y="3541932"/>
            <a:ext cx="890275" cy="344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FB8C96-1430-6801-5375-E4CED5532A8C}"/>
              </a:ext>
            </a:extLst>
          </p:cNvPr>
          <p:cNvSpPr/>
          <p:nvPr/>
        </p:nvSpPr>
        <p:spPr>
          <a:xfrm>
            <a:off x="6960313" y="3514718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2E7C618-A2AF-6A34-2353-01D6D2A7051B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3165788" y="1641021"/>
            <a:ext cx="0" cy="56877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EEA7AF-7026-9FBF-0052-DA1EFC80374D}"/>
              </a:ext>
            </a:extLst>
          </p:cNvPr>
          <p:cNvCxnSpPr>
            <a:stCxn id="8" idx="3"/>
          </p:cNvCxnSpPr>
          <p:nvPr/>
        </p:nvCxnSpPr>
        <p:spPr>
          <a:xfrm flipV="1">
            <a:off x="3603938" y="2256075"/>
            <a:ext cx="1182872" cy="71572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D50D3C-B5E0-C263-90F5-7EDEEADD446C}"/>
              </a:ext>
            </a:extLst>
          </p:cNvPr>
          <p:cNvCxnSpPr/>
          <p:nvPr/>
        </p:nvCxnSpPr>
        <p:spPr>
          <a:xfrm>
            <a:off x="3592873" y="3347356"/>
            <a:ext cx="1147713" cy="95248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0ACFECA-6BEA-2070-4404-89B65267949A}"/>
              </a:ext>
            </a:extLst>
          </p:cNvPr>
          <p:cNvCxnSpPr/>
          <p:nvPr/>
        </p:nvCxnSpPr>
        <p:spPr>
          <a:xfrm flipH="1" flipV="1">
            <a:off x="3147412" y="3744681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DA406D-E7C4-712E-20F1-8DE4ED3C74D5}"/>
              </a:ext>
            </a:extLst>
          </p:cNvPr>
          <p:cNvCxnSpPr/>
          <p:nvPr/>
        </p:nvCxnSpPr>
        <p:spPr>
          <a:xfrm flipH="1" flipV="1">
            <a:off x="5235799" y="1461408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AE60C1C-0070-3A87-6F89-87E28328F877}"/>
              </a:ext>
            </a:extLst>
          </p:cNvPr>
          <p:cNvCxnSpPr/>
          <p:nvPr/>
        </p:nvCxnSpPr>
        <p:spPr>
          <a:xfrm flipV="1">
            <a:off x="5691740" y="2038354"/>
            <a:ext cx="1247009" cy="57694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F1596D-B974-926D-4D7E-12CEEE31B582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 flipV="1">
            <a:off x="5660343" y="2977605"/>
            <a:ext cx="1309895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0F88C76-D1B7-D00A-0B66-51FCC79E9095}"/>
              </a:ext>
            </a:extLst>
          </p:cNvPr>
          <p:cNvCxnSpPr/>
          <p:nvPr/>
        </p:nvCxnSpPr>
        <p:spPr>
          <a:xfrm flipV="1">
            <a:off x="5675411" y="3707940"/>
            <a:ext cx="1268573" cy="71845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A62029-26DC-7D3F-1A12-102740322BD2}"/>
              </a:ext>
            </a:extLst>
          </p:cNvPr>
          <p:cNvCxnSpPr/>
          <p:nvPr/>
        </p:nvCxnSpPr>
        <p:spPr>
          <a:xfrm flipV="1">
            <a:off x="5664338" y="4795159"/>
            <a:ext cx="1270650" cy="679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69743B-F7DA-5541-A993-D0EE55E6C297}"/>
              </a:ext>
            </a:extLst>
          </p:cNvPr>
          <p:cNvCxnSpPr/>
          <p:nvPr/>
        </p:nvCxnSpPr>
        <p:spPr>
          <a:xfrm>
            <a:off x="5672519" y="5052315"/>
            <a:ext cx="1204968" cy="90895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6946FF-BA13-5A5B-B241-AA88583F5F8A}"/>
                  </a:ext>
                </a:extLst>
              </p:cNvPr>
              <p:cNvSpPr/>
              <p:nvPr/>
            </p:nvSpPr>
            <p:spPr>
              <a:xfrm>
                <a:off x="2682222" y="187642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6946FF-BA13-5A5B-B241-AA88583F5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222" y="1876422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1E77103-BA5F-9506-CE85-72C94B18397E}"/>
                  </a:ext>
                </a:extLst>
              </p:cNvPr>
              <p:cNvSpPr/>
              <p:nvPr/>
            </p:nvSpPr>
            <p:spPr>
              <a:xfrm>
                <a:off x="3603601" y="12627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1E77103-BA5F-9506-CE85-72C94B183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601" y="1262739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203DA3-665F-6EA1-01E2-48528D91A701}"/>
                  </a:ext>
                </a:extLst>
              </p:cNvPr>
              <p:cNvSpPr/>
              <p:nvPr/>
            </p:nvSpPr>
            <p:spPr>
              <a:xfrm>
                <a:off x="4700528" y="162741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D203DA3-665F-6EA1-01E2-48528D91A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528" y="1627414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319002D-F914-895E-FFAE-85B4818C51A6}"/>
                  </a:ext>
                </a:extLst>
              </p:cNvPr>
              <p:cNvSpPr/>
              <p:nvPr/>
            </p:nvSpPr>
            <p:spPr>
              <a:xfrm>
                <a:off x="4707303" y="351608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319002D-F914-895E-FFAE-85B4818C5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303" y="3516080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1AA1000-7329-88CC-3710-528BA10DB27F}"/>
                  </a:ext>
                </a:extLst>
              </p:cNvPr>
              <p:cNvSpPr/>
              <p:nvPr/>
            </p:nvSpPr>
            <p:spPr>
              <a:xfrm>
                <a:off x="7809835" y="352151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1AA1000-7329-88CC-3710-528BA10DB2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835" y="3521513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73D5052-1699-8680-2D1B-5E96F240BE7C}"/>
                  </a:ext>
                </a:extLst>
              </p:cNvPr>
              <p:cNvSpPr/>
              <p:nvPr/>
            </p:nvSpPr>
            <p:spPr>
              <a:xfrm>
                <a:off x="5678015" y="100759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73D5052-1699-8680-2D1B-5E96F240B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015" y="1007595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1228BCF-8DF9-E7B2-A6D1-E51C384AC111}"/>
                  </a:ext>
                </a:extLst>
              </p:cNvPr>
              <p:cNvSpPr/>
              <p:nvPr/>
            </p:nvSpPr>
            <p:spPr>
              <a:xfrm>
                <a:off x="7797738" y="1724018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1228BCF-8DF9-E7B2-A6D1-E51C384AC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38" y="1724018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683E27A-52E1-2C11-4418-045CADA3FD2E}"/>
                  </a:ext>
                </a:extLst>
              </p:cNvPr>
              <p:cNvSpPr/>
              <p:nvPr/>
            </p:nvSpPr>
            <p:spPr>
              <a:xfrm>
                <a:off x="7816731" y="473662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683E27A-52E1-2C11-4418-045CADA3FD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731" y="4736625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E25E414-CE4A-CFC2-77AB-53E37C2393AF}"/>
                  </a:ext>
                </a:extLst>
              </p:cNvPr>
              <p:cNvSpPr/>
              <p:nvPr/>
            </p:nvSpPr>
            <p:spPr>
              <a:xfrm>
                <a:off x="7797738" y="282345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AE25E414-CE4A-CFC2-77AB-53E37C239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38" y="2823459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1134995-409C-0E6C-9CF1-575AD2646D9E}"/>
                  </a:ext>
                </a:extLst>
              </p:cNvPr>
              <p:cNvSpPr/>
              <p:nvPr/>
            </p:nvSpPr>
            <p:spPr>
              <a:xfrm>
                <a:off x="7781697" y="596127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1134995-409C-0E6C-9CF1-575AD2646D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697" y="5961273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AF3E1E7-98F4-F8DA-23A6-EF3CFDB4741C}"/>
                  </a:ext>
                </a:extLst>
              </p:cNvPr>
              <p:cNvSpPr/>
              <p:nvPr/>
            </p:nvSpPr>
            <p:spPr>
              <a:xfrm>
                <a:off x="3554276" y="484958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AF3E1E7-98F4-F8DA-23A6-EF3CFDB47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276" y="4849581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77742B-848D-FD6C-A451-D1961CB9F07B}"/>
                  </a:ext>
                </a:extLst>
              </p:cNvPr>
              <p:cNvSpPr/>
              <p:nvPr/>
            </p:nvSpPr>
            <p:spPr>
              <a:xfrm>
                <a:off x="3246041" y="172810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77742B-848D-FD6C-A451-D1961CB9F0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041" y="1728102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6417" r="-588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2C5037F-F540-F24A-5652-3AF8F8E2CF9B}"/>
                  </a:ext>
                </a:extLst>
              </p:cNvPr>
              <p:cNvSpPr/>
              <p:nvPr/>
            </p:nvSpPr>
            <p:spPr>
              <a:xfrm rot="19738692">
                <a:off x="3680150" y="253934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2C5037F-F540-F24A-5652-3AF8F8E2CF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38692">
                <a:off x="3680150" y="2539347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l="-1515" r="-50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8DD6285-54B1-653A-3BAA-FDE450C55222}"/>
                  </a:ext>
                </a:extLst>
              </p:cNvPr>
              <p:cNvSpPr/>
              <p:nvPr/>
            </p:nvSpPr>
            <p:spPr>
              <a:xfrm rot="2353495">
                <a:off x="3671975" y="3448255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8DD6285-54B1-653A-3BAA-FDE450C55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53495">
                <a:off x="3671975" y="3448255"/>
                <a:ext cx="1138981" cy="429992"/>
              </a:xfrm>
              <a:prstGeom prst="rect">
                <a:avLst/>
              </a:prstGeom>
              <a:blipFill>
                <a:blip r:embed="rId15"/>
                <a:stretch>
                  <a:fillRect l="-1579" b="-40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DCE12D0-C017-CADC-4838-DEDE73787883}"/>
                  </a:ext>
                </a:extLst>
              </p:cNvPr>
              <p:cNvSpPr/>
              <p:nvPr/>
            </p:nvSpPr>
            <p:spPr>
              <a:xfrm>
                <a:off x="3266079" y="430936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DCE12D0-C017-CADC-4838-DEDE73787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079" y="4309362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7487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FE911F9-BF56-C19E-DAA5-0AF733063161}"/>
                  </a:ext>
                </a:extLst>
              </p:cNvPr>
              <p:cNvSpPr/>
              <p:nvPr/>
            </p:nvSpPr>
            <p:spPr>
              <a:xfrm rot="20088118">
                <a:off x="5797624" y="22986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FE911F9-BF56-C19E-DAA5-0AF733063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88118">
                <a:off x="5797624" y="2298677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l="-2513" r="-50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B70E2CD-1D9B-9644-FEA2-17425C5029A8}"/>
                  </a:ext>
                </a:extLst>
              </p:cNvPr>
              <p:cNvSpPr/>
              <p:nvPr/>
            </p:nvSpPr>
            <p:spPr>
              <a:xfrm>
                <a:off x="5779678" y="292415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B70E2CD-1D9B-9644-FEA2-17425C502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678" y="2924153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6952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92313DD-BC47-B724-92D5-D9B90E77640A}"/>
                  </a:ext>
                </a:extLst>
              </p:cNvPr>
              <p:cNvSpPr/>
              <p:nvPr/>
            </p:nvSpPr>
            <p:spPr>
              <a:xfrm>
                <a:off x="5319269" y="1452730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92313DD-BC47-B724-92D5-D9B90E7764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269" y="1452730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8065" r="-645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93F8BE4-E49C-2AC6-D4F6-7DCBFAED951D}"/>
                  </a:ext>
                </a:extLst>
              </p:cNvPr>
              <p:cNvSpPr/>
              <p:nvPr/>
            </p:nvSpPr>
            <p:spPr>
              <a:xfrm rot="19594018">
                <a:off x="5737859" y="3659952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93F8BE4-E49C-2AC6-D4F6-7DCBFAED9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5737859" y="3659952"/>
                <a:ext cx="1138981" cy="413614"/>
              </a:xfrm>
              <a:prstGeom prst="rect">
                <a:avLst/>
              </a:prstGeom>
              <a:blipFill>
                <a:blip r:embed="rId20"/>
                <a:stretch>
                  <a:fillRect l="-2062" r="-51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4789230-E991-53C0-6767-8698FE760052}"/>
                  </a:ext>
                </a:extLst>
              </p:cNvPr>
              <p:cNvSpPr/>
              <p:nvPr/>
            </p:nvSpPr>
            <p:spPr>
              <a:xfrm>
                <a:off x="5790401" y="4429455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4789230-E991-53C0-6767-8698FE760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401" y="4429455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7487" r="-5348" b="-4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474D397-F5A0-11A1-971C-D6FE2260308C}"/>
                  </a:ext>
                </a:extLst>
              </p:cNvPr>
              <p:cNvSpPr/>
              <p:nvPr/>
            </p:nvSpPr>
            <p:spPr>
              <a:xfrm rot="2162234">
                <a:off x="5829256" y="51412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474D397-F5A0-11A1-971C-D6FE22603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5829256" y="5141277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2604" b="-48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C84586C4-B35A-EB98-9A63-227E919237FC}"/>
              </a:ext>
            </a:extLst>
          </p:cNvPr>
          <p:cNvSpPr/>
          <p:nvPr/>
        </p:nvSpPr>
        <p:spPr>
          <a:xfrm>
            <a:off x="2596715" y="3800074"/>
            <a:ext cx="1294935" cy="521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75000"/>
                  </a:schemeClr>
                </a:solidFill>
                <a:latin typeface="+mj-lt"/>
              </a:rPr>
              <a:t>Augmented grammar</a:t>
            </a: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FC604F0A-223A-8A0B-543A-FAE81B9D57DC}"/>
              </a:ext>
            </a:extLst>
          </p:cNvPr>
          <p:cNvSpPr/>
          <p:nvPr/>
        </p:nvSpPr>
        <p:spPr>
          <a:xfrm>
            <a:off x="8480738" y="1151163"/>
            <a:ext cx="914400" cy="5173437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98ABE9-8DC3-E3C1-0A56-F2AABDE0226E}"/>
              </a:ext>
            </a:extLst>
          </p:cNvPr>
          <p:cNvSpPr/>
          <p:nvPr/>
        </p:nvSpPr>
        <p:spPr>
          <a:xfrm>
            <a:off x="9395138" y="3380404"/>
            <a:ext cx="1752600" cy="688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LR(0) item set </a:t>
            </a:r>
          </a:p>
        </p:txBody>
      </p:sp>
    </p:spTree>
    <p:extLst>
      <p:ext uri="{BB962C8B-B14F-4D97-AF65-F5344CB8AC3E}">
        <p14:creationId xmlns:p14="http://schemas.microsoft.com/office/powerpoint/2010/main" val="1342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mph" presetSubtype="2" dur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5" grpId="0"/>
      <p:bldP spid="5" grpId="1"/>
      <p:bldP spid="5" grpId="2"/>
      <p:bldP spid="6" grpId="0"/>
      <p:bldP spid="6" grpId="1"/>
      <p:bldP spid="6" grpId="2"/>
      <p:bldP spid="7" grpId="0"/>
      <p:bldP spid="7" grpId="1"/>
      <p:bldP spid="7" grpId="2"/>
      <p:bldP spid="8" grpId="0" animBg="1"/>
      <p:bldP spid="9" grpId="0"/>
      <p:bldP spid="10" grpId="0" animBg="1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 animBg="1"/>
      <p:bldP spid="15" grpId="0"/>
      <p:bldP spid="15" grpId="1"/>
      <p:bldP spid="15" grpId="2"/>
      <p:bldP spid="16" grpId="0"/>
      <p:bldP spid="16" grpId="1"/>
      <p:bldP spid="16" grpId="2"/>
      <p:bldP spid="17" grpId="0" animBg="1"/>
      <p:bldP spid="18" grpId="0"/>
      <p:bldP spid="18" grpId="1"/>
      <p:bldP spid="18" grpId="2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8" grpId="1"/>
      <p:bldP spid="69" grpId="0" animBg="1"/>
      <p:bldP spid="7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C6A6-CAB3-925B-0DB6-114EE03FD78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construct SLR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8D1E4-3A8C-76DE-CE73-2E379325A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fontAlgn="base">
                  <a:buFont typeface="+mj-lt"/>
                  <a:buAutoNum type="arabicPeriod"/>
                </a:pPr>
                <a:r>
                  <a:rPr lang="en-US"/>
                  <a:t>Construct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{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…….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, the collection of sets of LR(0) items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’.</m:t>
                    </m:r>
                  </m:oMath>
                </a14:m>
                <a:endParaRPr lang="en-US"/>
              </a:p>
              <a:p>
                <a:pPr marL="457200" indent="-457200" fontAlgn="base">
                  <a:buFont typeface="+mj-lt"/>
                  <a:buAutoNum type="arabicPeriod"/>
                </a:pPr>
                <a:r>
                  <a:rPr lang="en-US"/>
                  <a:t>State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constructed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. The parsing actions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are determined as follow :</a:t>
                </a:r>
              </a:p>
              <a:p>
                <a:pPr marL="914400" lvl="1" indent="-457200" fontAlgn="base">
                  <a:buFont typeface="+mj-lt"/>
                  <a:buAutoNum type="alphaLcParenR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] </m:t>
                    </m:r>
                  </m:oMath>
                </a14:m>
                <a:r>
                  <a:rPr lang="en-US"/>
                  <a:t>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 and GOTO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/>
                  <a:t> , then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𝐴𝐶𝑇𝐼𝑂𝑁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/>
                  <a:t>to “shift j”. Here a must be terminal.</a:t>
                </a:r>
              </a:p>
              <a:p>
                <a:pPr marL="914400" lvl="1" indent="-457200" fontAlgn="base">
                  <a:buFont typeface="+mj-lt"/>
                  <a:buAutoNum type="alphaLcParenR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.] </m:t>
                    </m:r>
                  </m:oMath>
                </a14:m>
                <a:r>
                  <a:rPr lang="en-US"/>
                  <a:t>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then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𝐴𝐶𝑇𝐼𝑂𝑁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/>
                  <a:t>to “reduce A</a:t>
                </a:r>
                <a:r>
                  <a:rPr lang="en-US">
                    <a:sym typeface="Wingdings" panose="05000000000000000000" pitchFamily="2" charset="2"/>
                  </a:rPr>
                  <a:t></a:t>
                </a:r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” for all a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; here A may not be S’.</a:t>
                </a:r>
              </a:p>
              <a:p>
                <a:pPr marL="914400" lvl="1" indent="-457200" fontAlgn="base">
                  <a:buFont typeface="+mj-lt"/>
                  <a:buAutoNum type="alphaLcParenR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.] </m:t>
                    </m:r>
                  </m:oMath>
                </a14:m>
                <a:r>
                  <a:rPr lang="en-US"/>
                  <a:t>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, then set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$] </m:t>
                    </m:r>
                  </m:oMath>
                </a14:m>
                <a:r>
                  <a:rPr lang="en-US"/>
                  <a:t>to “accept”. </a:t>
                </a:r>
              </a:p>
              <a:p>
                <a:pPr marL="457200" lvl="1" indent="-457200" fontAlgn="base">
                  <a:buFont typeface="+mj-lt"/>
                  <a:buAutoNum type="arabicPeriod" startAt="3"/>
                </a:pPr>
                <a:r>
                  <a:rPr lang="en-US"/>
                  <a:t>The goto transitions for state i are constructed for all non terminals A using the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𝐺𝑂𝑇𝑂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) =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𝐺𝑂𝑇𝑂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marL="457200" lvl="1" indent="-457200" fontAlgn="base">
                  <a:buFont typeface="+mj-lt"/>
                  <a:buAutoNum type="arabicPeriod" startAt="3"/>
                </a:pPr>
                <a:r>
                  <a:rPr lang="en-US"/>
                  <a:t>All entries not defined by rules 2 and 3 are made error.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8D1E4-3A8C-76DE-CE73-2E379325A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46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51CA4-18DE-BC79-A515-C1BFBB29750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Example: LR(0) and SLR(1) Parsing Tables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8F7EF7-7B71-2B80-7F97-64C9D7CC3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524169"/>
              </p:ext>
            </p:extLst>
          </p:nvPr>
        </p:nvGraphicFramePr>
        <p:xfrm>
          <a:off x="5537062" y="634999"/>
          <a:ext cx="3305812" cy="3606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3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41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Go to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  <a:p>
                      <a:pPr algn="ctr"/>
                      <a:r>
                        <a:rPr lang="en-US" dirty="0"/>
                        <a:t>set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Accept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S4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S4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R3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R1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R2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R2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D9C7CF6-F3FD-847F-2328-E1D52F77CE4E}"/>
              </a:ext>
            </a:extLst>
          </p:cNvPr>
          <p:cNvSpPr/>
          <p:nvPr/>
        </p:nvSpPr>
        <p:spPr>
          <a:xfrm>
            <a:off x="195495" y="22860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 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C9894-BE92-E619-7D31-CF94F44E991B}"/>
              </a:ext>
            </a:extLst>
          </p:cNvPr>
          <p:cNvSpPr/>
          <p:nvPr/>
        </p:nvSpPr>
        <p:spPr>
          <a:xfrm>
            <a:off x="195495" y="25962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AAFE7-417D-D68E-231B-B1B942577FF3}"/>
              </a:ext>
            </a:extLst>
          </p:cNvPr>
          <p:cNvSpPr/>
          <p:nvPr/>
        </p:nvSpPr>
        <p:spPr>
          <a:xfrm>
            <a:off x="195495" y="29717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52F8A4-8488-5335-2517-AB2C81B9945A}"/>
              </a:ext>
            </a:extLst>
          </p:cNvPr>
          <p:cNvSpPr/>
          <p:nvPr/>
        </p:nvSpPr>
        <p:spPr>
          <a:xfrm>
            <a:off x="200938" y="33473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58525F-222B-CD90-403F-8904B226A8C8}"/>
              </a:ext>
            </a:extLst>
          </p:cNvPr>
          <p:cNvSpPr/>
          <p:nvPr/>
        </p:nvSpPr>
        <p:spPr>
          <a:xfrm>
            <a:off x="141072" y="2209800"/>
            <a:ext cx="876300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0E94F6-D56E-389A-F61C-34AF54E0136F}"/>
              </a:ext>
            </a:extLst>
          </p:cNvPr>
          <p:cNvSpPr/>
          <p:nvPr/>
        </p:nvSpPr>
        <p:spPr>
          <a:xfrm>
            <a:off x="304356" y="1257300"/>
            <a:ext cx="6477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2CA32-F89F-BF6D-1F07-BEB531FF71CD}"/>
              </a:ext>
            </a:extLst>
          </p:cNvPr>
          <p:cNvSpPr/>
          <p:nvPr/>
        </p:nvSpPr>
        <p:spPr>
          <a:xfrm>
            <a:off x="122696" y="115116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EB81C4-403A-9CF8-0F65-A1EF49375F32}"/>
              </a:ext>
            </a:extLst>
          </p:cNvPr>
          <p:cNvSpPr/>
          <p:nvPr/>
        </p:nvSpPr>
        <p:spPr>
          <a:xfrm>
            <a:off x="2230134" y="206284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153B35-899F-4498-6FF7-1DB05F1D9263}"/>
              </a:ext>
            </a:extLst>
          </p:cNvPr>
          <p:cNvSpPr/>
          <p:nvPr/>
        </p:nvSpPr>
        <p:spPr>
          <a:xfrm>
            <a:off x="2230134" y="243839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078FFF-1872-C61B-822E-84F396A010E6}"/>
              </a:ext>
            </a:extLst>
          </p:cNvPr>
          <p:cNvSpPr/>
          <p:nvPr/>
        </p:nvSpPr>
        <p:spPr>
          <a:xfrm>
            <a:off x="2235577" y="28139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03FFB-A956-7E8D-BD9F-26EDC1B33BBF}"/>
              </a:ext>
            </a:extLst>
          </p:cNvPr>
          <p:cNvSpPr/>
          <p:nvPr/>
        </p:nvSpPr>
        <p:spPr>
          <a:xfrm>
            <a:off x="2192039" y="1981200"/>
            <a:ext cx="892623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30D3E7-1D82-3352-D52E-1D6F9C081939}"/>
              </a:ext>
            </a:extLst>
          </p:cNvPr>
          <p:cNvSpPr/>
          <p:nvPr/>
        </p:nvSpPr>
        <p:spPr>
          <a:xfrm>
            <a:off x="2230133" y="4419602"/>
            <a:ext cx="838200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15507-FD94-7D15-CE24-63F64D21967D}"/>
              </a:ext>
            </a:extLst>
          </p:cNvPr>
          <p:cNvSpPr/>
          <p:nvPr/>
        </p:nvSpPr>
        <p:spPr>
          <a:xfrm>
            <a:off x="2235576" y="4795159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DC7793-F7E2-6088-CCAD-4F2F4DEDFBF8}"/>
              </a:ext>
            </a:extLst>
          </p:cNvPr>
          <p:cNvSpPr/>
          <p:nvPr/>
        </p:nvSpPr>
        <p:spPr>
          <a:xfrm>
            <a:off x="2175709" y="3897089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001F5D-64CC-BFEC-75D1-92B70D32AC3A}"/>
              </a:ext>
            </a:extLst>
          </p:cNvPr>
          <p:cNvSpPr/>
          <p:nvPr/>
        </p:nvSpPr>
        <p:spPr>
          <a:xfrm>
            <a:off x="2235576" y="406853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DB56BD-BAFF-8050-D005-9DEC5362B20F}"/>
              </a:ext>
            </a:extLst>
          </p:cNvPr>
          <p:cNvSpPr/>
          <p:nvPr/>
        </p:nvSpPr>
        <p:spPr>
          <a:xfrm>
            <a:off x="222372" y="4910792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90649A-3525-B997-E261-F5245F20CDC7}"/>
              </a:ext>
            </a:extLst>
          </p:cNvPr>
          <p:cNvSpPr/>
          <p:nvPr/>
        </p:nvSpPr>
        <p:spPr>
          <a:xfrm>
            <a:off x="133616" y="4864519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2DA7B-1551-32CE-8D00-768FB074C605}"/>
              </a:ext>
            </a:extLst>
          </p:cNvPr>
          <p:cNvSpPr/>
          <p:nvPr/>
        </p:nvSpPr>
        <p:spPr>
          <a:xfrm>
            <a:off x="4390601" y="175532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236825-1B7C-A81E-02A7-7E8D5146D7A3}"/>
              </a:ext>
            </a:extLst>
          </p:cNvPr>
          <p:cNvSpPr/>
          <p:nvPr/>
        </p:nvSpPr>
        <p:spPr>
          <a:xfrm>
            <a:off x="4396044" y="213087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FAC080-D245-1911-0818-B7CDFA1EAE0D}"/>
              </a:ext>
            </a:extLst>
          </p:cNvPr>
          <p:cNvSpPr/>
          <p:nvPr/>
        </p:nvSpPr>
        <p:spPr>
          <a:xfrm>
            <a:off x="4352183" y="1216478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98963-12E0-1FE9-1FAC-4CAC844A05CB}"/>
              </a:ext>
            </a:extLst>
          </p:cNvPr>
          <p:cNvSpPr/>
          <p:nvPr/>
        </p:nvSpPr>
        <p:spPr>
          <a:xfrm>
            <a:off x="4396044" y="140425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582759-75ED-2BA9-7E78-FD94B34D80C9}"/>
              </a:ext>
            </a:extLst>
          </p:cNvPr>
          <p:cNvSpPr/>
          <p:nvPr/>
        </p:nvSpPr>
        <p:spPr>
          <a:xfrm>
            <a:off x="4473586" y="2775857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2E9624-45CD-4948-EB94-B2C1D8691E1B}"/>
              </a:ext>
            </a:extLst>
          </p:cNvPr>
          <p:cNvSpPr/>
          <p:nvPr/>
        </p:nvSpPr>
        <p:spPr>
          <a:xfrm>
            <a:off x="4383672" y="2784383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5048C0-9C1D-60BF-9E7A-F621C7F93AC6}"/>
              </a:ext>
            </a:extLst>
          </p:cNvPr>
          <p:cNvSpPr/>
          <p:nvPr/>
        </p:nvSpPr>
        <p:spPr>
          <a:xfrm>
            <a:off x="4430067" y="482509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E2C6F7-C547-6D66-37B6-73C4044B70F0}"/>
              </a:ext>
            </a:extLst>
          </p:cNvPr>
          <p:cNvSpPr/>
          <p:nvPr/>
        </p:nvSpPr>
        <p:spPr>
          <a:xfrm>
            <a:off x="4435510" y="5200647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21FBCD-CFB0-0088-C489-D1E773BDA320}"/>
              </a:ext>
            </a:extLst>
          </p:cNvPr>
          <p:cNvSpPr/>
          <p:nvPr/>
        </p:nvSpPr>
        <p:spPr>
          <a:xfrm>
            <a:off x="4373228" y="4285585"/>
            <a:ext cx="903509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08880C-8117-DCF5-6891-082368B52436}"/>
              </a:ext>
            </a:extLst>
          </p:cNvPr>
          <p:cNvSpPr/>
          <p:nvPr/>
        </p:nvSpPr>
        <p:spPr>
          <a:xfrm>
            <a:off x="4435510" y="4474024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 . A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62AD5D-CD68-A29D-4509-B244969BEB62}"/>
              </a:ext>
            </a:extLst>
          </p:cNvPr>
          <p:cNvSpPr/>
          <p:nvPr/>
        </p:nvSpPr>
        <p:spPr>
          <a:xfrm>
            <a:off x="4402846" y="59381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9C71A2-9353-C99F-B957-B1CA1C3D1635}"/>
              </a:ext>
            </a:extLst>
          </p:cNvPr>
          <p:cNvSpPr/>
          <p:nvPr/>
        </p:nvSpPr>
        <p:spPr>
          <a:xfrm>
            <a:off x="4293993" y="5938156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99EC9D-3244-9BEC-CFF2-19EC58072436}"/>
              </a:ext>
            </a:extLst>
          </p:cNvPr>
          <p:cNvSpPr/>
          <p:nvPr/>
        </p:nvSpPr>
        <p:spPr>
          <a:xfrm>
            <a:off x="2281470" y="1066799"/>
            <a:ext cx="843635" cy="323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4845C7-B032-9C2F-3A97-4B7EE63F7FCE}"/>
              </a:ext>
            </a:extLst>
          </p:cNvPr>
          <p:cNvSpPr/>
          <p:nvPr/>
        </p:nvSpPr>
        <p:spPr>
          <a:xfrm>
            <a:off x="2205267" y="979713"/>
            <a:ext cx="87630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D766C8-8155-314F-0006-BE8654EE54B6}"/>
              </a:ext>
            </a:extLst>
          </p:cNvPr>
          <p:cNvSpPr/>
          <p:nvPr/>
        </p:nvSpPr>
        <p:spPr>
          <a:xfrm>
            <a:off x="4424611" y="3541932"/>
            <a:ext cx="890275" cy="344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 .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8E65BE-3BBD-6B1C-1B0B-56029E65D1A1}"/>
              </a:ext>
            </a:extLst>
          </p:cNvPr>
          <p:cNvSpPr/>
          <p:nvPr/>
        </p:nvSpPr>
        <p:spPr>
          <a:xfrm>
            <a:off x="4373747" y="3514718"/>
            <a:ext cx="876300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A55ECB-0122-05B6-8A99-9EAA3191DA7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579222" y="1641021"/>
            <a:ext cx="0" cy="56877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4277B7-F7C4-DE4B-4852-5207DB7B1BD5}"/>
              </a:ext>
            </a:extLst>
          </p:cNvPr>
          <p:cNvCxnSpPr>
            <a:stCxn id="8" idx="3"/>
          </p:cNvCxnSpPr>
          <p:nvPr/>
        </p:nvCxnSpPr>
        <p:spPr>
          <a:xfrm flipV="1">
            <a:off x="1017372" y="2256075"/>
            <a:ext cx="1182872" cy="71572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77F666-B508-6A5E-7CE9-6A0458C02F44}"/>
              </a:ext>
            </a:extLst>
          </p:cNvPr>
          <p:cNvCxnSpPr/>
          <p:nvPr/>
        </p:nvCxnSpPr>
        <p:spPr>
          <a:xfrm>
            <a:off x="1006307" y="3347356"/>
            <a:ext cx="1147713" cy="95248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53B94DA-8C76-C7E0-00B5-089726A6EAB3}"/>
              </a:ext>
            </a:extLst>
          </p:cNvPr>
          <p:cNvCxnSpPr/>
          <p:nvPr/>
        </p:nvCxnSpPr>
        <p:spPr>
          <a:xfrm flipH="1" flipV="1">
            <a:off x="560846" y="3744681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4057E06-A20E-4F26-26AD-C1A5EF14D2A8}"/>
              </a:ext>
            </a:extLst>
          </p:cNvPr>
          <p:cNvCxnSpPr/>
          <p:nvPr/>
        </p:nvCxnSpPr>
        <p:spPr>
          <a:xfrm flipH="1" flipV="1">
            <a:off x="2649233" y="1461408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A6DF990-616C-FF1F-A824-4C71E30FD31B}"/>
              </a:ext>
            </a:extLst>
          </p:cNvPr>
          <p:cNvCxnSpPr/>
          <p:nvPr/>
        </p:nvCxnSpPr>
        <p:spPr>
          <a:xfrm flipV="1">
            <a:off x="3105174" y="2038354"/>
            <a:ext cx="1247009" cy="57694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778B34-283C-097F-C850-3543D1791AD5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 flipV="1">
            <a:off x="3073777" y="2977605"/>
            <a:ext cx="1309895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AFAA40D-85E4-3E80-3B25-95CBDA74A069}"/>
              </a:ext>
            </a:extLst>
          </p:cNvPr>
          <p:cNvCxnSpPr/>
          <p:nvPr/>
        </p:nvCxnSpPr>
        <p:spPr>
          <a:xfrm flipV="1">
            <a:off x="3088845" y="3707940"/>
            <a:ext cx="1268573" cy="71845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72BDC8-1A7E-E1A8-D098-D113AC03E9C0}"/>
              </a:ext>
            </a:extLst>
          </p:cNvPr>
          <p:cNvCxnSpPr/>
          <p:nvPr/>
        </p:nvCxnSpPr>
        <p:spPr>
          <a:xfrm flipV="1">
            <a:off x="3077772" y="4795159"/>
            <a:ext cx="1270650" cy="679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F4A8FE4-9A34-C79D-5850-5DB6C8C88401}"/>
              </a:ext>
            </a:extLst>
          </p:cNvPr>
          <p:cNvCxnSpPr/>
          <p:nvPr/>
        </p:nvCxnSpPr>
        <p:spPr>
          <a:xfrm>
            <a:off x="3085953" y="5052315"/>
            <a:ext cx="1204968" cy="90895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06FDD63-15DD-8250-7865-C39A526928C3}"/>
                  </a:ext>
                </a:extLst>
              </p:cNvPr>
              <p:cNvSpPr/>
              <p:nvPr/>
            </p:nvSpPr>
            <p:spPr>
              <a:xfrm>
                <a:off x="95656" y="187642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06FDD63-15DD-8250-7865-C39A52692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6" y="1876422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5B28955-DFD0-20DA-4248-18446EA65145}"/>
                  </a:ext>
                </a:extLst>
              </p:cNvPr>
              <p:cNvSpPr/>
              <p:nvPr/>
            </p:nvSpPr>
            <p:spPr>
              <a:xfrm>
                <a:off x="1017035" y="12627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5B28955-DFD0-20DA-4248-18446EA65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35" y="1262739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448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8B438DA-8A6D-7B84-902C-A4D7944064F0}"/>
                  </a:ext>
                </a:extLst>
              </p:cNvPr>
              <p:cNvSpPr/>
              <p:nvPr/>
            </p:nvSpPr>
            <p:spPr>
              <a:xfrm>
                <a:off x="2113962" y="162741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8B438DA-8A6D-7B84-902C-A4D7944064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962" y="1627414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F57706-8559-3B1F-9087-8E05D1800D7B}"/>
                  </a:ext>
                </a:extLst>
              </p:cNvPr>
              <p:cNvSpPr/>
              <p:nvPr/>
            </p:nvSpPr>
            <p:spPr>
              <a:xfrm>
                <a:off x="2120737" y="351608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F57706-8559-3B1F-9087-8E05D1800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737" y="3516080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b="-307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97C39D5-A53B-5BB5-88E9-7020B21026C4}"/>
                  </a:ext>
                </a:extLst>
              </p:cNvPr>
              <p:cNvSpPr/>
              <p:nvPr/>
            </p:nvSpPr>
            <p:spPr>
              <a:xfrm>
                <a:off x="5223269" y="352151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97C39D5-A53B-5BB5-88E9-7020B21026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269" y="3521513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b="-3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863B578-5291-C724-E0CA-96DADCCD9591}"/>
                  </a:ext>
                </a:extLst>
              </p:cNvPr>
              <p:cNvSpPr/>
              <p:nvPr/>
            </p:nvSpPr>
            <p:spPr>
              <a:xfrm>
                <a:off x="3091449" y="100759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863B578-5291-C724-E0CA-96DADCCD9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449" y="1007595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b="-26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DE8A77F-3815-914C-2792-527B7812EC76}"/>
                  </a:ext>
                </a:extLst>
              </p:cNvPr>
              <p:cNvSpPr/>
              <p:nvPr/>
            </p:nvSpPr>
            <p:spPr>
              <a:xfrm>
                <a:off x="5211172" y="1724018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DE8A77F-3815-914C-2792-527B7812E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172" y="1724018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b="-26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3911B60-430F-72A6-BD48-446E95EDA0AC}"/>
                  </a:ext>
                </a:extLst>
              </p:cNvPr>
              <p:cNvSpPr/>
              <p:nvPr/>
            </p:nvSpPr>
            <p:spPr>
              <a:xfrm>
                <a:off x="5230165" y="473662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3911B60-430F-72A6-BD48-446E95EDA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165" y="4736625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b="-307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9F9E9B0-7261-8646-336B-617E9E72A6DF}"/>
                  </a:ext>
                </a:extLst>
              </p:cNvPr>
              <p:cNvSpPr/>
              <p:nvPr/>
            </p:nvSpPr>
            <p:spPr>
              <a:xfrm>
                <a:off x="5211172" y="282345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9F9E9B0-7261-8646-336B-617E9E72A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172" y="2823459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b="-26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E9851A1-37B6-562B-A053-748C3BEFAAF9}"/>
                  </a:ext>
                </a:extLst>
              </p:cNvPr>
              <p:cNvSpPr/>
              <p:nvPr/>
            </p:nvSpPr>
            <p:spPr>
              <a:xfrm>
                <a:off x="5195131" y="596127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E9851A1-37B6-562B-A053-748C3BEFAA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131" y="5961273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b="-26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51CAFD0-D56E-A4DD-8D24-E967ECCABD39}"/>
                  </a:ext>
                </a:extLst>
              </p:cNvPr>
              <p:cNvSpPr/>
              <p:nvPr/>
            </p:nvSpPr>
            <p:spPr>
              <a:xfrm>
                <a:off x="967710" y="484958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51CAFD0-D56E-A4DD-8D24-E967ECCABD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10" y="4849581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b="-2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CF83111-FE40-58B7-51AE-F503AB637818}"/>
                  </a:ext>
                </a:extLst>
              </p:cNvPr>
              <p:cNvSpPr/>
              <p:nvPr/>
            </p:nvSpPr>
            <p:spPr>
              <a:xfrm>
                <a:off x="659475" y="172810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CF83111-FE40-58B7-51AE-F503AB637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75" y="1728102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5495" r="-4396" b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3C4243C-523A-897D-5CDC-BF5E304BCB9D}"/>
                  </a:ext>
                </a:extLst>
              </p:cNvPr>
              <p:cNvSpPr/>
              <p:nvPr/>
            </p:nvSpPr>
            <p:spPr>
              <a:xfrm rot="19738692">
                <a:off x="1093584" y="253934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3C4243C-523A-897D-5CDC-BF5E304BC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38692">
                <a:off x="1093584" y="2539347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l="-1042" r="-52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D610F9C-E7EB-5E0F-B188-3E9538BB6EFD}"/>
                  </a:ext>
                </a:extLst>
              </p:cNvPr>
              <p:cNvSpPr/>
              <p:nvPr/>
            </p:nvSpPr>
            <p:spPr>
              <a:xfrm rot="2353495">
                <a:off x="1085409" y="3448255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D610F9C-E7EB-5E0F-B188-3E9538BB6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53495">
                <a:off x="1085409" y="3448255"/>
                <a:ext cx="1138981" cy="429992"/>
              </a:xfrm>
              <a:prstGeom prst="rect">
                <a:avLst/>
              </a:prstGeom>
              <a:blipFill>
                <a:blip r:embed="rId15"/>
                <a:stretch>
                  <a:fillRect l="-1075" b="-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15C9919-A5E7-E366-D6ED-0ADA706DD95B}"/>
                  </a:ext>
                </a:extLst>
              </p:cNvPr>
              <p:cNvSpPr/>
              <p:nvPr/>
            </p:nvSpPr>
            <p:spPr>
              <a:xfrm>
                <a:off x="679513" y="430936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15C9919-A5E7-E366-D6ED-0ADA706DD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13" y="4309362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6593" r="-4396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E0C0400-BA2F-969C-5931-D64FFDC18E1C}"/>
                  </a:ext>
                </a:extLst>
              </p:cNvPr>
              <p:cNvSpPr/>
              <p:nvPr/>
            </p:nvSpPr>
            <p:spPr>
              <a:xfrm rot="20088118">
                <a:off x="3211058" y="22986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E0C0400-BA2F-969C-5931-D64FFDC18E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88118">
                <a:off x="3211058" y="2298677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l="-2083" r="-52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4AEFB38-2FF6-4F7E-8C70-A696E02CDD5F}"/>
                  </a:ext>
                </a:extLst>
              </p:cNvPr>
              <p:cNvSpPr/>
              <p:nvPr/>
            </p:nvSpPr>
            <p:spPr>
              <a:xfrm>
                <a:off x="3193112" y="292415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4AEFB38-2FF6-4F7E-8C70-A696E02CDD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112" y="2924153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6593" r="-4396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75B9B84-257C-20EF-C18C-929C4ABB50FE}"/>
                  </a:ext>
                </a:extLst>
              </p:cNvPr>
              <p:cNvSpPr/>
              <p:nvPr/>
            </p:nvSpPr>
            <p:spPr>
              <a:xfrm>
                <a:off x="2732703" y="1452730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75B9B84-257C-20EF-C18C-929C4ABB5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703" y="1452730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7778" r="-6667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B7CE671-392E-FAF8-BFA3-891D58E2B264}"/>
                  </a:ext>
                </a:extLst>
              </p:cNvPr>
              <p:cNvSpPr/>
              <p:nvPr/>
            </p:nvSpPr>
            <p:spPr>
              <a:xfrm rot="19594018">
                <a:off x="3151293" y="3659952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B7CE671-392E-FAF8-BFA3-891D58E2B2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3151293" y="3659952"/>
                <a:ext cx="1138981" cy="413614"/>
              </a:xfrm>
              <a:prstGeom prst="rect">
                <a:avLst/>
              </a:prstGeom>
              <a:blipFill>
                <a:blip r:embed="rId20"/>
                <a:stretch>
                  <a:fillRect l="-1064" r="-53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C1F821-3CF5-A8F0-E9BE-1211A9252AAC}"/>
                  </a:ext>
                </a:extLst>
              </p:cNvPr>
              <p:cNvSpPr/>
              <p:nvPr/>
            </p:nvSpPr>
            <p:spPr>
              <a:xfrm>
                <a:off x="3203835" y="4429455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C1F821-3CF5-A8F0-E9BE-1211A9252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35" y="4429455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6667" r="-5556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5308C1-FBB8-4A6F-6FCE-BF80EFBDE04A}"/>
                  </a:ext>
                </a:extLst>
              </p:cNvPr>
              <p:cNvSpPr/>
              <p:nvPr/>
            </p:nvSpPr>
            <p:spPr>
              <a:xfrm rot="2162234">
                <a:off x="3242690" y="51412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5308C1-FBB8-4A6F-6FCE-BF80EFBDE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3242690" y="5141277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1064" b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9F596427-D39F-1430-01F5-122DDCCDE077}"/>
              </a:ext>
            </a:extLst>
          </p:cNvPr>
          <p:cNvSpPr/>
          <p:nvPr/>
        </p:nvSpPr>
        <p:spPr>
          <a:xfrm>
            <a:off x="95656" y="5548380"/>
            <a:ext cx="17907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E47A1"/>
                </a:solidFill>
                <a:latin typeface="+mj-lt"/>
              </a:rPr>
              <a:t>S </a:t>
            </a:r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AA</a:t>
            </a:r>
          </a:p>
          <a:p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  aA | b</a:t>
            </a:r>
            <a:endParaRPr lang="en-US" sz="2400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83B13B8-1D33-C984-DED8-6B251845A8E7}"/>
              </a:ext>
            </a:extLst>
          </p:cNvPr>
          <p:cNvSpPr/>
          <p:nvPr/>
        </p:nvSpPr>
        <p:spPr>
          <a:xfrm>
            <a:off x="7291658" y="2098057"/>
            <a:ext cx="685800" cy="229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41D7052-29C6-F494-F0AD-6913B622657C}"/>
              </a:ext>
            </a:extLst>
          </p:cNvPr>
          <p:cNvSpPr/>
          <p:nvPr/>
        </p:nvSpPr>
        <p:spPr>
          <a:xfrm>
            <a:off x="8532285" y="1724098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3423BD6-3D47-71DF-841F-6CAE7F323199}"/>
              </a:ext>
            </a:extLst>
          </p:cNvPr>
          <p:cNvSpPr/>
          <p:nvPr/>
        </p:nvSpPr>
        <p:spPr>
          <a:xfrm>
            <a:off x="6293794" y="172862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67455F7-4037-1C46-4899-E13C0F8CF717}"/>
              </a:ext>
            </a:extLst>
          </p:cNvPr>
          <p:cNvSpPr/>
          <p:nvPr/>
        </p:nvSpPr>
        <p:spPr>
          <a:xfrm>
            <a:off x="6799630" y="172862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A4195E-BF04-8BC1-01AF-27DCDBB3439D}"/>
              </a:ext>
            </a:extLst>
          </p:cNvPr>
          <p:cNvSpPr/>
          <p:nvPr/>
        </p:nvSpPr>
        <p:spPr>
          <a:xfrm>
            <a:off x="8555192" y="2442533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51B04DF-4CC3-8D53-F74B-B94730A73CD8}"/>
              </a:ext>
            </a:extLst>
          </p:cNvPr>
          <p:cNvSpPr/>
          <p:nvPr/>
        </p:nvSpPr>
        <p:spPr>
          <a:xfrm>
            <a:off x="8100479" y="1731728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5A03894-1A8E-F575-03A7-5893041DBDAF}"/>
                  </a:ext>
                </a:extLst>
              </p:cNvPr>
              <p:cNvSpPr/>
              <p:nvPr/>
            </p:nvSpPr>
            <p:spPr>
              <a:xfrm>
                <a:off x="8881433" y="637481"/>
                <a:ext cx="2332820" cy="6198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)={$}</m:t>
                      </m:r>
                    </m:oMath>
                  </m:oMathPara>
                </a14:m>
                <a:endParaRPr lang="en-US" sz="1700" dirty="0">
                  <a:solidFill>
                    <a:srgbClr val="0E47A1"/>
                  </a:solidFill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𝐹𝑜𝑙𝑙𝑜𝑤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)={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 $}</m:t>
                      </m:r>
                    </m:oMath>
                  </m:oMathPara>
                </a14:m>
                <a:endParaRPr lang="en-US" sz="17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5A03894-1A8E-F575-03A7-5893041DB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433" y="637481"/>
                <a:ext cx="2332820" cy="619819"/>
              </a:xfrm>
              <a:prstGeom prst="rect">
                <a:avLst/>
              </a:prstGeom>
              <a:blipFill>
                <a:blip r:embed="rId23"/>
                <a:stretch>
                  <a:fillRect b="-81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26EB9E05-1B37-3010-F602-EA7A0D5DB969}"/>
              </a:ext>
            </a:extLst>
          </p:cNvPr>
          <p:cNvSpPr/>
          <p:nvPr/>
        </p:nvSpPr>
        <p:spPr>
          <a:xfrm>
            <a:off x="6301084" y="245069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4A5E51-EF89-05DF-BF72-0679301740ED}"/>
              </a:ext>
            </a:extLst>
          </p:cNvPr>
          <p:cNvSpPr/>
          <p:nvPr/>
        </p:nvSpPr>
        <p:spPr>
          <a:xfrm>
            <a:off x="6797079" y="2454580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28B629C-0D5F-24BE-F7DD-8430ADC54937}"/>
              </a:ext>
            </a:extLst>
          </p:cNvPr>
          <p:cNvSpPr/>
          <p:nvPr/>
        </p:nvSpPr>
        <p:spPr>
          <a:xfrm>
            <a:off x="8555192" y="2820296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4E40F22-E6E0-5485-B409-647A8F5669EF}"/>
              </a:ext>
            </a:extLst>
          </p:cNvPr>
          <p:cNvSpPr/>
          <p:nvPr/>
        </p:nvSpPr>
        <p:spPr>
          <a:xfrm>
            <a:off x="6320484" y="2830085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F23F965-37C3-40A8-59E5-B4664A9497C8}"/>
              </a:ext>
            </a:extLst>
          </p:cNvPr>
          <p:cNvSpPr/>
          <p:nvPr/>
        </p:nvSpPr>
        <p:spPr>
          <a:xfrm>
            <a:off x="6849174" y="281758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126212C-4ABC-D359-1B68-EF0621DDF7E2}"/>
              </a:ext>
            </a:extLst>
          </p:cNvPr>
          <p:cNvSpPr/>
          <p:nvPr/>
        </p:nvSpPr>
        <p:spPr>
          <a:xfrm>
            <a:off x="6306527" y="3186310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D3B75EB-E9D2-2C5C-BFEF-448F64C868C8}"/>
              </a:ext>
            </a:extLst>
          </p:cNvPr>
          <p:cNvSpPr/>
          <p:nvPr/>
        </p:nvSpPr>
        <p:spPr>
          <a:xfrm>
            <a:off x="6806766" y="3219733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1462E89-20ED-F3CF-DD8F-FF8F7426909B}"/>
              </a:ext>
            </a:extLst>
          </p:cNvPr>
          <p:cNvSpPr/>
          <p:nvPr/>
        </p:nvSpPr>
        <p:spPr>
          <a:xfrm>
            <a:off x="7520368" y="3203405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086DDD1-7DC0-4048-6A52-1D9A3AB1E446}"/>
              </a:ext>
            </a:extLst>
          </p:cNvPr>
          <p:cNvSpPr/>
          <p:nvPr/>
        </p:nvSpPr>
        <p:spPr>
          <a:xfrm>
            <a:off x="7498661" y="3567476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8106869-B33D-68FE-79FC-5652DDF2C4C6}"/>
              </a:ext>
            </a:extLst>
          </p:cNvPr>
          <p:cNvSpPr/>
          <p:nvPr/>
        </p:nvSpPr>
        <p:spPr>
          <a:xfrm>
            <a:off x="6332227" y="3942264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72289D4-8A94-5C29-B7BC-3D69A13715BB}"/>
              </a:ext>
            </a:extLst>
          </p:cNvPr>
          <p:cNvSpPr/>
          <p:nvPr/>
        </p:nvSpPr>
        <p:spPr>
          <a:xfrm>
            <a:off x="6803215" y="3927923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ED161AA-5B3A-D6D3-95AD-63525902E17F}"/>
              </a:ext>
            </a:extLst>
          </p:cNvPr>
          <p:cNvSpPr/>
          <p:nvPr/>
        </p:nvSpPr>
        <p:spPr>
          <a:xfrm>
            <a:off x="7540888" y="3946622"/>
            <a:ext cx="271794" cy="24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41344A6-DCE1-A6AE-5A71-AF5A546EB04D}"/>
              </a:ext>
            </a:extLst>
          </p:cNvPr>
          <p:cNvSpPr txBox="1"/>
          <p:nvPr/>
        </p:nvSpPr>
        <p:spPr>
          <a:xfrm>
            <a:off x="5760508" y="4250457"/>
            <a:ext cx="80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99"/>
                </a:solidFill>
              </a:rPr>
              <a:t>SLR(1)</a:t>
            </a:r>
            <a:endParaRPr lang="en-US" b="1" dirty="0">
              <a:solidFill>
                <a:srgbClr val="000099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071EEE5-F9BE-6FFA-8076-28AA18C9C32C}"/>
              </a:ext>
            </a:extLst>
          </p:cNvPr>
          <p:cNvSpPr txBox="1"/>
          <p:nvPr/>
        </p:nvSpPr>
        <p:spPr>
          <a:xfrm>
            <a:off x="9833134" y="1484864"/>
            <a:ext cx="80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99"/>
                </a:solidFill>
              </a:rPr>
              <a:t>LR(0)</a:t>
            </a:r>
            <a:endParaRPr lang="en-US" b="1" dirty="0">
              <a:solidFill>
                <a:srgbClr val="000099"/>
              </a:solidFill>
            </a:endParaRPr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93C14B68-9C5E-4E19-8AFC-E415B1D39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87219"/>
              </p:ext>
            </p:extLst>
          </p:nvPr>
        </p:nvGraphicFramePr>
        <p:xfrm>
          <a:off x="8899880" y="1953048"/>
          <a:ext cx="3239424" cy="3803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904">
                  <a:extLst>
                    <a:ext uri="{9D8B030D-6E8A-4147-A177-3AD203B41FA5}">
                      <a16:colId xmlns:a16="http://schemas.microsoft.com/office/drawing/2014/main" val="3197477344"/>
                    </a:ext>
                  </a:extLst>
                </a:gridCol>
                <a:gridCol w="539904">
                  <a:extLst>
                    <a:ext uri="{9D8B030D-6E8A-4147-A177-3AD203B41FA5}">
                      <a16:colId xmlns:a16="http://schemas.microsoft.com/office/drawing/2014/main" val="3604958878"/>
                    </a:ext>
                  </a:extLst>
                </a:gridCol>
                <a:gridCol w="539904">
                  <a:extLst>
                    <a:ext uri="{9D8B030D-6E8A-4147-A177-3AD203B41FA5}">
                      <a16:colId xmlns:a16="http://schemas.microsoft.com/office/drawing/2014/main" val="1724905348"/>
                    </a:ext>
                  </a:extLst>
                </a:gridCol>
                <a:gridCol w="539904">
                  <a:extLst>
                    <a:ext uri="{9D8B030D-6E8A-4147-A177-3AD203B41FA5}">
                      <a16:colId xmlns:a16="http://schemas.microsoft.com/office/drawing/2014/main" val="3175388417"/>
                    </a:ext>
                  </a:extLst>
                </a:gridCol>
                <a:gridCol w="539904">
                  <a:extLst>
                    <a:ext uri="{9D8B030D-6E8A-4147-A177-3AD203B41FA5}">
                      <a16:colId xmlns:a16="http://schemas.microsoft.com/office/drawing/2014/main" val="1367563092"/>
                    </a:ext>
                  </a:extLst>
                </a:gridCol>
                <a:gridCol w="539904">
                  <a:extLst>
                    <a:ext uri="{9D8B030D-6E8A-4147-A177-3AD203B41FA5}">
                      <a16:colId xmlns:a16="http://schemas.microsoft.com/office/drawing/2014/main" val="1889318642"/>
                    </a:ext>
                  </a:extLst>
                </a:gridCol>
              </a:tblGrid>
              <a:tr h="42263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878583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667315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406418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409749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928920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96545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18482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499704"/>
                  </a:ext>
                </a:extLst>
              </a:tr>
              <a:tr h="422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91662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C120A642-BB64-023F-4C01-B2D716EC5D18}"/>
              </a:ext>
            </a:extLst>
          </p:cNvPr>
          <p:cNvSpPr txBox="1"/>
          <p:nvPr/>
        </p:nvSpPr>
        <p:spPr>
          <a:xfrm>
            <a:off x="5693459" y="5139668"/>
            <a:ext cx="2838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008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LR(0) and SLR(1) are two different parsers</a:t>
            </a:r>
            <a:endParaRPr lang="en-US" b="1" dirty="0">
              <a:solidFill>
                <a:srgbClr val="008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5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4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8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8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1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1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6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33" grpId="0"/>
      <p:bldP spid="33" grpId="1"/>
      <p:bldP spid="35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F1ECCA68-81C3-6CF2-47C2-B387C80F6B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B0F1DC-C9B3-79EE-4F19-719BCEEF7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92" y="1165412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734934-B972-E423-7B7B-E432ADB2A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885" y="2259974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C1B66-9881-F524-991A-36DC19876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898" y="2263009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98657-4E31-A5C7-3CA2-10723325B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885" y="2982111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3AEB8-7903-B8E0-2C4D-D63EA2DBC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387" y="3638862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E5EADB-C4B3-CC4A-917D-44718F0C3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670" y="3948108"/>
            <a:ext cx="1492094" cy="399545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374A2C-2178-847E-3284-E21A377FA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312" y="2974766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0B2B13-3BAA-2F30-3900-89567445A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2555" y="5800436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CDCACE-8BF6-F015-ED95-A70C7B8B6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628" y="5125947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613D91-B34B-F777-C41F-7EA11F04D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299" y="4473398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2E478196-3FF8-8703-543A-3CCD1D30E71C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657067" y="1594037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000C0F86-E01C-55B6-ACAF-A759EAF01B57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5834130" y="1594037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75BC1944-8B45-92C0-0428-26D989E188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45232" y="2696544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2F9E10A2-D293-2884-818B-761A607EFC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39610" y="3209669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B495740-CF2E-E721-CF35-DB23B6074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726" y="5488865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899256-938E-F006-3558-41A20EE45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067" y="4807543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FFE5CD-429C-88B1-7806-C9F07CAA55A8}"/>
              </a:ext>
            </a:extLst>
          </p:cNvPr>
          <p:cNvSpPr/>
          <p:nvPr/>
        </p:nvSpPr>
        <p:spPr>
          <a:xfrm>
            <a:off x="1639595" y="2186809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317F5B-046D-4658-00C5-A9C09388E0BB}"/>
              </a:ext>
            </a:extLst>
          </p:cNvPr>
          <p:cNvSpPr/>
          <p:nvPr/>
        </p:nvSpPr>
        <p:spPr>
          <a:xfrm>
            <a:off x="6067600" y="2186809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77552FBA-86B7-4839-0B2E-4425F0CFDD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30252" y="414018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D7D975A2-3F53-D81C-97E1-57C6EEBE01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64993" y="503706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1E3CE723-9142-327D-59B8-91A21C85C4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50438" y="5816104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3435AE8-FF68-1D2D-662E-7F2BB7031FEE}"/>
              </a:ext>
            </a:extLst>
          </p:cNvPr>
          <p:cNvCxnSpPr/>
          <p:nvPr/>
        </p:nvCxnSpPr>
        <p:spPr>
          <a:xfrm flipH="1" flipV="1">
            <a:off x="3264993" y="4643594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4864AC9A-41AA-1DF9-9ED7-00F3EEC990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9292" y="2736571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9683388B-5428-763A-3A02-A04D787089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3670" y="324969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A5F1F1C9-3BE9-DEC5-1C0B-6C3C795D81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94312" y="418021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DA06842C-6863-E319-F2BA-3DF2532264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46299" y="4643594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1DB67CDF-18F0-7AEE-4ECF-4C77196611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63134" y="5321967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5D6932-B5DE-669C-43A6-866236E545BF}"/>
              </a:ext>
            </a:extLst>
          </p:cNvPr>
          <p:cNvCxnSpPr/>
          <p:nvPr/>
        </p:nvCxnSpPr>
        <p:spPr>
          <a:xfrm flipV="1">
            <a:off x="7744289" y="4347141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C21FD165-29AF-6496-7065-77A47C5FAE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24938" y="6012467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56791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C8F1-CE7F-34A6-8E8B-315805B80FF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How to calculate look ahead?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ED948-45F7-9E62-AB5F-61A6ECC0B05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How to calculate look ahead?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SCC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C </a:t>
            </a:r>
            <a:r>
              <a:rPr lang="en-US" dirty="0" err="1">
                <a:sym typeface="Wingdings" panose="05000000000000000000" pitchFamily="2" charset="2"/>
              </a:rPr>
              <a:t>cC</a:t>
            </a:r>
            <a:r>
              <a:rPr lang="en-US" dirty="0">
                <a:sym typeface="Wingdings" panose="05000000000000000000" pitchFamily="2" charset="2"/>
              </a:rPr>
              <a:t> | 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Closure(I)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  <a:r>
              <a:rPr lang="en-US" dirty="0">
                <a:sym typeface="Wingdings" panose="05000000000000000000" pitchFamily="2" charset="2"/>
              </a:rPr>
              <a:t>S’.S,$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	S.CC,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	C.</a:t>
            </a:r>
            <a:r>
              <a:rPr lang="en-US" dirty="0" err="1">
                <a:sym typeface="Wingdings" panose="05000000000000000000" pitchFamily="2" charset="2"/>
              </a:rPr>
              <a:t>cC</a:t>
            </a:r>
            <a:r>
              <a:rPr lang="en-US" dirty="0">
                <a:sym typeface="Wingdings" panose="05000000000000000000" pitchFamily="2" charset="2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C.d</a:t>
            </a:r>
            <a:r>
              <a:rPr lang="en-US" dirty="0">
                <a:sym typeface="Wingdings" panose="05000000000000000000" pitchFamily="2" charset="2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C04B5AF-57F8-68E4-2DDF-66E20741C3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689363"/>
                  </p:ext>
                </p:extLst>
              </p:nvPr>
            </p:nvGraphicFramePr>
            <p:xfrm>
              <a:off x="5028127" y="1531513"/>
              <a:ext cx="3015045" cy="8534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997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87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4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8030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40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678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S’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$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oMath>
                            </m:oMathPara>
                          </a14:m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C04B5AF-57F8-68E4-2DDF-66E20741C3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689363"/>
                  </p:ext>
                </p:extLst>
              </p:nvPr>
            </p:nvGraphicFramePr>
            <p:xfrm>
              <a:off x="5028127" y="1531513"/>
              <a:ext cx="3015045" cy="8534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997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87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4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8030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40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678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S’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$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397" t="-112857" r="-466667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5806" t="-112857" r="-179032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4754" t="-112857" r="-3279" b="-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7B49578-AC28-A772-DF87-15D7435ABA2E}"/>
                  </a:ext>
                </a:extLst>
              </p:cNvPr>
              <p:cNvSpPr/>
              <p:nvPr/>
            </p:nvSpPr>
            <p:spPr>
              <a:xfrm>
                <a:off x="5169334" y="2388391"/>
                <a:ext cx="2801462" cy="1066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Lookahead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First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First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</m:oMath>
                  </m:oMathPara>
                </a14:m>
                <a:endParaRPr lang="en-US" sz="2000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7B49578-AC28-A772-DF87-15D7435AB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334" y="2388391"/>
                <a:ext cx="2801462" cy="1066800"/>
              </a:xfrm>
              <a:prstGeom prst="rect">
                <a:avLst/>
              </a:prstGeom>
              <a:blipFill>
                <a:blip r:embed="rId3"/>
                <a:stretch>
                  <a:fillRect l="-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079A6A8-35A9-4798-30BC-59AA5332DDA6}"/>
              </a:ext>
            </a:extLst>
          </p:cNvPr>
          <p:cNvSpPr/>
          <p:nvPr/>
        </p:nvSpPr>
        <p:spPr>
          <a:xfrm>
            <a:off x="2267994" y="3429000"/>
            <a:ext cx="5334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E47A1"/>
                </a:solidFill>
                <a:latin typeface="+mj-lt"/>
              </a:rPr>
              <a:t>$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91526C0-502D-9A5F-9ADB-A97B1E56AD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5067978"/>
                  </p:ext>
                </p:extLst>
              </p:nvPr>
            </p:nvGraphicFramePr>
            <p:xfrm>
              <a:off x="5062543" y="3704435"/>
              <a:ext cx="3015045" cy="8534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997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87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4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8030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40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678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$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oMath>
                            </m:oMathPara>
                          </a14:m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91526C0-502D-9A5F-9ADB-A97B1E56AD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5067978"/>
                  </p:ext>
                </p:extLst>
              </p:nvPr>
            </p:nvGraphicFramePr>
            <p:xfrm>
              <a:off x="5062543" y="3704435"/>
              <a:ext cx="3015045" cy="8534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3997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787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81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5433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8030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9400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3678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b="1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C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rgbClr val="C00000"/>
                              </a:solidFill>
                            </a:rPr>
                            <a:t>$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 sz="2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397" t="-111429" r="-466667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25806" t="-111429" r="-179032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14754" t="-111429" r="-3279" b="-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7E1587-B8CC-9C91-6AF5-709D9BF39016}"/>
                  </a:ext>
                </a:extLst>
              </p:cNvPr>
              <p:cNvSpPr/>
              <p:nvPr/>
            </p:nvSpPr>
            <p:spPr>
              <a:xfrm>
                <a:off x="5119307" y="4665214"/>
                <a:ext cx="2933700" cy="1066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Lookahead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First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First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$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err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000" b="1" i="1" err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err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sz="2000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7E1587-B8CC-9C91-6AF5-709D9BF39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07" y="4665214"/>
                <a:ext cx="2933700" cy="1066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659B303-0075-E680-07F5-AD2A39E63797}"/>
              </a:ext>
            </a:extLst>
          </p:cNvPr>
          <p:cNvSpPr/>
          <p:nvPr/>
        </p:nvSpPr>
        <p:spPr>
          <a:xfrm rot="10800000" flipV="1">
            <a:off x="2191401" y="3973062"/>
            <a:ext cx="74295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0E47A1"/>
                </a:solidFill>
                <a:latin typeface="+mj-lt"/>
              </a:rPr>
              <a:t>c|d</a:t>
            </a:r>
            <a:endParaRPr lang="en-US" sz="2400" dirty="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BB540-C8C2-6457-A72D-D16496A85D26}"/>
              </a:ext>
            </a:extLst>
          </p:cNvPr>
          <p:cNvSpPr/>
          <p:nvPr/>
        </p:nvSpPr>
        <p:spPr>
          <a:xfrm rot="10800000" flipV="1">
            <a:off x="2046766" y="4506151"/>
            <a:ext cx="75462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rgbClr val="0E47A1"/>
                </a:solidFill>
                <a:latin typeface="+mj-lt"/>
              </a:rPr>
              <a:t>c|d</a:t>
            </a:r>
            <a:endParaRPr lang="en-US" sz="2400" dirty="0">
              <a:solidFill>
                <a:srgbClr val="0E47A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317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A64F-1A07-ADB8-07C0-801DBFC0217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CLR(1)- canonical LR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0D8F8-1EAF-B618-2232-5DBBB868A2E7}"/>
              </a:ext>
            </a:extLst>
          </p:cNvPr>
          <p:cNvSpPr/>
          <p:nvPr/>
        </p:nvSpPr>
        <p:spPr>
          <a:xfrm>
            <a:off x="86092" y="5548380"/>
            <a:ext cx="17907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E47A1"/>
                </a:solidFill>
                <a:latin typeface="+mj-lt"/>
              </a:rPr>
              <a:t>S </a:t>
            </a:r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AA</a:t>
            </a:r>
          </a:p>
          <a:p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  aA | b</a:t>
            </a:r>
            <a:endParaRPr lang="en-US" sz="2400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D49EC3-C052-7677-5368-7EE8FE70146B}"/>
              </a:ext>
            </a:extLst>
          </p:cNvPr>
          <p:cNvSpPr/>
          <p:nvPr/>
        </p:nvSpPr>
        <p:spPr>
          <a:xfrm>
            <a:off x="171182" y="2286000"/>
            <a:ext cx="772215" cy="324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.S,$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88209-BD32-6DCD-7D34-0E287F827B4E}"/>
              </a:ext>
            </a:extLst>
          </p:cNvPr>
          <p:cNvSpPr/>
          <p:nvPr/>
        </p:nvSpPr>
        <p:spPr>
          <a:xfrm>
            <a:off x="142061" y="2728907"/>
            <a:ext cx="979693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.AA,$</a:t>
            </a:r>
            <a:endParaRPr lang="en-US">
              <a:solidFill>
                <a:schemeClr val="tx1"/>
              </a:solidFill>
              <a:latin typeface="+mj-lt"/>
            </a:endParaRPr>
          </a:p>
          <a:p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CBFD0-64C5-B8E1-B4F2-02D91D55641C}"/>
              </a:ext>
            </a:extLst>
          </p:cNvPr>
          <p:cNvSpPr/>
          <p:nvPr/>
        </p:nvSpPr>
        <p:spPr>
          <a:xfrm>
            <a:off x="112190" y="2971799"/>
            <a:ext cx="1156241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A5D4F-9076-6192-0E62-9FE2CECB38EB}"/>
              </a:ext>
            </a:extLst>
          </p:cNvPr>
          <p:cNvSpPr/>
          <p:nvPr/>
        </p:nvSpPr>
        <p:spPr>
          <a:xfrm>
            <a:off x="132382" y="3347356"/>
            <a:ext cx="100259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A.b,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0CBD9D-1F08-791B-3552-DF40E31A05AF}"/>
              </a:ext>
            </a:extLst>
          </p:cNvPr>
          <p:cNvSpPr/>
          <p:nvPr/>
        </p:nvSpPr>
        <p:spPr>
          <a:xfrm>
            <a:off x="86093" y="2209800"/>
            <a:ext cx="1173388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C93C03-7B6D-0873-612A-EE1683BD0A7E}"/>
              </a:ext>
            </a:extLst>
          </p:cNvPr>
          <p:cNvSpPr/>
          <p:nvPr/>
        </p:nvSpPr>
        <p:spPr>
          <a:xfrm>
            <a:off x="186864" y="1270602"/>
            <a:ext cx="865234" cy="236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8BCDF-56D9-9558-3026-C5ED382CC78C}"/>
              </a:ext>
            </a:extLst>
          </p:cNvPr>
          <p:cNvSpPr/>
          <p:nvPr/>
        </p:nvSpPr>
        <p:spPr>
          <a:xfrm>
            <a:off x="120396" y="1151163"/>
            <a:ext cx="96701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A02327-7B4D-E785-2A0F-07DC7688EB9F}"/>
              </a:ext>
            </a:extLst>
          </p:cNvPr>
          <p:cNvSpPr/>
          <p:nvPr/>
        </p:nvSpPr>
        <p:spPr>
          <a:xfrm>
            <a:off x="2220569" y="2062842"/>
            <a:ext cx="934919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50821-7390-55D0-3172-480DDD634DE0}"/>
              </a:ext>
            </a:extLst>
          </p:cNvPr>
          <p:cNvSpPr/>
          <p:nvPr/>
        </p:nvSpPr>
        <p:spPr>
          <a:xfrm>
            <a:off x="2220570" y="2438399"/>
            <a:ext cx="89310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F67A5-498C-D9B3-F347-B120E856876D}"/>
              </a:ext>
            </a:extLst>
          </p:cNvPr>
          <p:cNvSpPr/>
          <p:nvPr/>
        </p:nvSpPr>
        <p:spPr>
          <a:xfrm>
            <a:off x="2226013" y="28139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BA0F1-243C-E0BC-7D40-40E3C924164F}"/>
              </a:ext>
            </a:extLst>
          </p:cNvPr>
          <p:cNvSpPr/>
          <p:nvPr/>
        </p:nvSpPr>
        <p:spPr>
          <a:xfrm>
            <a:off x="2182475" y="1981200"/>
            <a:ext cx="961811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7C06E0-B8D8-3723-D897-FFBB404E777F}"/>
              </a:ext>
            </a:extLst>
          </p:cNvPr>
          <p:cNvSpPr/>
          <p:nvPr/>
        </p:nvSpPr>
        <p:spPr>
          <a:xfrm>
            <a:off x="2148025" y="4421143"/>
            <a:ext cx="1247432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EB896A-FA56-45DC-8608-C10411200CDB}"/>
              </a:ext>
            </a:extLst>
          </p:cNvPr>
          <p:cNvSpPr/>
          <p:nvPr/>
        </p:nvSpPr>
        <p:spPr>
          <a:xfrm>
            <a:off x="2148890" y="4765347"/>
            <a:ext cx="10920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a|b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89845B-6709-DF18-A4FB-7E8A52F69E7B}"/>
              </a:ext>
            </a:extLst>
          </p:cNvPr>
          <p:cNvSpPr/>
          <p:nvPr/>
        </p:nvSpPr>
        <p:spPr>
          <a:xfrm>
            <a:off x="2087207" y="3897089"/>
            <a:ext cx="118637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4B4F57-5E10-F4F9-7EAC-8A2BC1D48228}"/>
              </a:ext>
            </a:extLst>
          </p:cNvPr>
          <p:cNvSpPr/>
          <p:nvPr/>
        </p:nvSpPr>
        <p:spPr>
          <a:xfrm>
            <a:off x="2153911" y="4069005"/>
            <a:ext cx="111967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Aa.A,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B4F3A4-E79F-5F97-EFC0-AA9B3CAE118A}"/>
              </a:ext>
            </a:extLst>
          </p:cNvPr>
          <p:cNvSpPr/>
          <p:nvPr/>
        </p:nvSpPr>
        <p:spPr>
          <a:xfrm>
            <a:off x="122168" y="4894668"/>
            <a:ext cx="125503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</a:t>
            </a:r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864C2B-7422-9C42-E913-B452C8FD17E7}"/>
              </a:ext>
            </a:extLst>
          </p:cNvPr>
          <p:cNvSpPr/>
          <p:nvPr/>
        </p:nvSpPr>
        <p:spPr>
          <a:xfrm>
            <a:off x="65059" y="4864519"/>
            <a:ext cx="1135429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9BBE07-19BE-8282-E1A2-D1A2CCA393F6}"/>
              </a:ext>
            </a:extLst>
          </p:cNvPr>
          <p:cNvSpPr/>
          <p:nvPr/>
        </p:nvSpPr>
        <p:spPr>
          <a:xfrm>
            <a:off x="4012648" y="1579123"/>
            <a:ext cx="9505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D055C8-5039-674B-13A4-590E7E72282E}"/>
              </a:ext>
            </a:extLst>
          </p:cNvPr>
          <p:cNvSpPr/>
          <p:nvPr/>
        </p:nvSpPr>
        <p:spPr>
          <a:xfrm>
            <a:off x="4093097" y="193851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974F4-0A8D-39A5-CB18-926BE51AAB35}"/>
              </a:ext>
            </a:extLst>
          </p:cNvPr>
          <p:cNvSpPr/>
          <p:nvPr/>
        </p:nvSpPr>
        <p:spPr>
          <a:xfrm>
            <a:off x="3973337" y="1128017"/>
            <a:ext cx="99603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E7ADE5-AA89-2B3F-CE37-D6B0B0A6B658}"/>
              </a:ext>
            </a:extLst>
          </p:cNvPr>
          <p:cNvSpPr/>
          <p:nvPr/>
        </p:nvSpPr>
        <p:spPr>
          <a:xfrm>
            <a:off x="4002930" y="1183118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1C0DB1-BD4C-7F83-F263-ADEE4FA48BCD}"/>
              </a:ext>
            </a:extLst>
          </p:cNvPr>
          <p:cNvSpPr/>
          <p:nvPr/>
        </p:nvSpPr>
        <p:spPr>
          <a:xfrm>
            <a:off x="4465713" y="2735389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 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C42769-5025-8202-B3DB-E157A74CB935}"/>
              </a:ext>
            </a:extLst>
          </p:cNvPr>
          <p:cNvSpPr/>
          <p:nvPr/>
        </p:nvSpPr>
        <p:spPr>
          <a:xfrm>
            <a:off x="4406766" y="2784383"/>
            <a:ext cx="959428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E1C1A9-6B71-8E76-AECF-39930B9EE55F}"/>
              </a:ext>
            </a:extLst>
          </p:cNvPr>
          <p:cNvSpPr/>
          <p:nvPr/>
        </p:nvSpPr>
        <p:spPr>
          <a:xfrm>
            <a:off x="4420503" y="4825090"/>
            <a:ext cx="118975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92A846-36ED-AFF3-5E7A-A57F24FAFDD3}"/>
              </a:ext>
            </a:extLst>
          </p:cNvPr>
          <p:cNvSpPr/>
          <p:nvPr/>
        </p:nvSpPr>
        <p:spPr>
          <a:xfrm>
            <a:off x="4425945" y="5200647"/>
            <a:ext cx="1120763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A.b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7568B4-8803-933D-59B0-26CEBCD461FE}"/>
              </a:ext>
            </a:extLst>
          </p:cNvPr>
          <p:cNvSpPr/>
          <p:nvPr/>
        </p:nvSpPr>
        <p:spPr>
          <a:xfrm>
            <a:off x="4363663" y="4285585"/>
            <a:ext cx="1295793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F360D7-F5F0-714D-9E07-538EC33E8EA3}"/>
              </a:ext>
            </a:extLst>
          </p:cNvPr>
          <p:cNvSpPr/>
          <p:nvPr/>
        </p:nvSpPr>
        <p:spPr>
          <a:xfrm>
            <a:off x="4415047" y="4460493"/>
            <a:ext cx="136875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</a:t>
            </a:r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a.A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F7D754-B124-5F21-39BE-2ACD1391AA00}"/>
              </a:ext>
            </a:extLst>
          </p:cNvPr>
          <p:cNvSpPr/>
          <p:nvPr/>
        </p:nvSpPr>
        <p:spPr>
          <a:xfrm>
            <a:off x="4393282" y="5938156"/>
            <a:ext cx="1036806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5B2A20-88EE-A8A8-8A02-EFA8068F5BC3}"/>
              </a:ext>
            </a:extLst>
          </p:cNvPr>
          <p:cNvSpPr/>
          <p:nvPr/>
        </p:nvSpPr>
        <p:spPr>
          <a:xfrm>
            <a:off x="4284428" y="5938156"/>
            <a:ext cx="1190579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8F8614-AFD4-F532-6EBF-CF15E7C08C1E}"/>
              </a:ext>
            </a:extLst>
          </p:cNvPr>
          <p:cNvSpPr/>
          <p:nvPr/>
        </p:nvSpPr>
        <p:spPr>
          <a:xfrm>
            <a:off x="2080761" y="1080558"/>
            <a:ext cx="983452" cy="287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AA. ,$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F7328C-37BE-4F48-13C0-CBA496BF8A3E}"/>
              </a:ext>
            </a:extLst>
          </p:cNvPr>
          <p:cNvSpPr/>
          <p:nvPr/>
        </p:nvSpPr>
        <p:spPr>
          <a:xfrm>
            <a:off x="2033475" y="979713"/>
            <a:ext cx="1026962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5C1322-4565-2EDE-2D03-BCC5A5DF9BEA}"/>
              </a:ext>
            </a:extLst>
          </p:cNvPr>
          <p:cNvSpPr/>
          <p:nvPr/>
        </p:nvSpPr>
        <p:spPr>
          <a:xfrm>
            <a:off x="4415047" y="3541932"/>
            <a:ext cx="1131662" cy="340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47ACD5-30F7-E99D-7976-0675915745C5}"/>
              </a:ext>
            </a:extLst>
          </p:cNvPr>
          <p:cNvSpPr/>
          <p:nvPr/>
        </p:nvSpPr>
        <p:spPr>
          <a:xfrm>
            <a:off x="4364183" y="3514718"/>
            <a:ext cx="1182526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5547B9-2BAE-016B-ED5B-C87CF47D1295}"/>
              </a:ext>
            </a:extLst>
          </p:cNvPr>
          <p:cNvCxnSpPr/>
          <p:nvPr/>
        </p:nvCxnSpPr>
        <p:spPr>
          <a:xfrm flipH="1" flipV="1">
            <a:off x="539642" y="1626055"/>
            <a:ext cx="1294" cy="57607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A7E324-6CCA-B4FD-28F3-4FC79F96A3BB}"/>
              </a:ext>
            </a:extLst>
          </p:cNvPr>
          <p:cNvCxnSpPr>
            <a:stCxn id="8" idx="3"/>
          </p:cNvCxnSpPr>
          <p:nvPr/>
        </p:nvCxnSpPr>
        <p:spPr>
          <a:xfrm flipV="1">
            <a:off x="1259481" y="2256076"/>
            <a:ext cx="931199" cy="7157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C31C190-1160-2F76-E583-0EABC7B1499D}"/>
              </a:ext>
            </a:extLst>
          </p:cNvPr>
          <p:cNvCxnSpPr/>
          <p:nvPr/>
        </p:nvCxnSpPr>
        <p:spPr>
          <a:xfrm>
            <a:off x="1235124" y="3704120"/>
            <a:ext cx="845637" cy="106458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8193F55-10B4-506F-25BA-CE3F402AA337}"/>
              </a:ext>
            </a:extLst>
          </p:cNvPr>
          <p:cNvCxnSpPr/>
          <p:nvPr/>
        </p:nvCxnSpPr>
        <p:spPr>
          <a:xfrm flipH="1" flipV="1">
            <a:off x="551282" y="3744681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772DBD-EA77-E267-5270-5D90149F80D4}"/>
              </a:ext>
            </a:extLst>
          </p:cNvPr>
          <p:cNvCxnSpPr/>
          <p:nvPr/>
        </p:nvCxnSpPr>
        <p:spPr>
          <a:xfrm flipH="1" flipV="1">
            <a:off x="2477441" y="1461408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FA00CCA-217D-7610-FBCD-0190CE93914D}"/>
              </a:ext>
            </a:extLst>
          </p:cNvPr>
          <p:cNvCxnSpPr/>
          <p:nvPr/>
        </p:nvCxnSpPr>
        <p:spPr>
          <a:xfrm flipV="1">
            <a:off x="3139159" y="1387226"/>
            <a:ext cx="847442" cy="8797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9B361D5-ABBA-13CC-A62B-C6395977963C}"/>
              </a:ext>
            </a:extLst>
          </p:cNvPr>
          <p:cNvCxnSpPr/>
          <p:nvPr/>
        </p:nvCxnSpPr>
        <p:spPr>
          <a:xfrm flipV="1">
            <a:off x="3138905" y="2990212"/>
            <a:ext cx="1280160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4840214-05F5-5A97-64E1-E0C29079F0C8}"/>
              </a:ext>
            </a:extLst>
          </p:cNvPr>
          <p:cNvCxnSpPr/>
          <p:nvPr/>
        </p:nvCxnSpPr>
        <p:spPr>
          <a:xfrm flipV="1">
            <a:off x="3273582" y="3707940"/>
            <a:ext cx="1074272" cy="73662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21B53E-0224-5FA2-927A-896C2783BC03}"/>
              </a:ext>
            </a:extLst>
          </p:cNvPr>
          <p:cNvCxnSpPr/>
          <p:nvPr/>
        </p:nvCxnSpPr>
        <p:spPr>
          <a:xfrm>
            <a:off x="3289390" y="4785812"/>
            <a:ext cx="1069848" cy="93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0B49157-787B-94BD-7F7B-17354C83C6C8}"/>
              </a:ext>
            </a:extLst>
          </p:cNvPr>
          <p:cNvCxnSpPr/>
          <p:nvPr/>
        </p:nvCxnSpPr>
        <p:spPr>
          <a:xfrm>
            <a:off x="3273582" y="5163217"/>
            <a:ext cx="1007775" cy="79805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AF7A8DD-0D96-6579-92B2-425EC525051C}"/>
                  </a:ext>
                </a:extLst>
              </p:cNvPr>
              <p:cNvSpPr/>
              <p:nvPr/>
            </p:nvSpPr>
            <p:spPr>
              <a:xfrm>
                <a:off x="86092" y="187642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AF7A8DD-0D96-6579-92B2-425EC5250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2" y="1876422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5156A3B-C1E7-E758-330D-F097FF914111}"/>
                  </a:ext>
                </a:extLst>
              </p:cNvPr>
              <p:cNvSpPr/>
              <p:nvPr/>
            </p:nvSpPr>
            <p:spPr>
              <a:xfrm>
                <a:off x="1105445" y="12627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5156A3B-C1E7-E758-330D-F097FF914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45" y="1262739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FED4CE1-0493-394F-1657-433646C47B97}"/>
                  </a:ext>
                </a:extLst>
              </p:cNvPr>
              <p:cNvSpPr/>
              <p:nvPr/>
            </p:nvSpPr>
            <p:spPr>
              <a:xfrm>
                <a:off x="2104398" y="162741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FED4CE1-0493-394F-1657-433646C47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398" y="1627414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DCFCB7-439F-8085-C525-BE1F64597523}"/>
                  </a:ext>
                </a:extLst>
              </p:cNvPr>
              <p:cNvSpPr/>
              <p:nvPr/>
            </p:nvSpPr>
            <p:spPr>
              <a:xfrm>
                <a:off x="2111173" y="351608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1DCFCB7-439F-8085-C525-BE1F64597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73" y="3516080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C04040F-7656-107C-38AE-BEA70BF7F320}"/>
                  </a:ext>
                </a:extLst>
              </p:cNvPr>
              <p:cNvSpPr/>
              <p:nvPr/>
            </p:nvSpPr>
            <p:spPr>
              <a:xfrm>
                <a:off x="5294780" y="316904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8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C04040F-7656-107C-38AE-BEA70BF7F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780" y="3169045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3BEB3C2-973A-5B95-F8CF-521D6FD243FD}"/>
                  </a:ext>
                </a:extLst>
              </p:cNvPr>
              <p:cNvSpPr/>
              <p:nvPr/>
            </p:nvSpPr>
            <p:spPr>
              <a:xfrm>
                <a:off x="1680126" y="93173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3BEB3C2-973A-5B95-F8CF-521D6FD24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126" y="931735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677D351-EC7C-FE34-5D5B-B761B2B35414}"/>
                  </a:ext>
                </a:extLst>
              </p:cNvPr>
              <p:cNvSpPr/>
              <p:nvPr/>
            </p:nvSpPr>
            <p:spPr>
              <a:xfrm>
                <a:off x="4903393" y="94185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677D351-EC7C-FE34-5D5B-B761B2B35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93" y="941854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173CAA7-6949-30CA-BD04-AE380A56615B}"/>
                  </a:ext>
                </a:extLst>
              </p:cNvPr>
              <p:cNvSpPr/>
              <p:nvPr/>
            </p:nvSpPr>
            <p:spPr>
              <a:xfrm>
                <a:off x="5250572" y="399367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173CAA7-6949-30CA-BD04-AE380A566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572" y="3993672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5F83CD7-F394-BA5D-86BD-AE359806481E}"/>
                  </a:ext>
                </a:extLst>
              </p:cNvPr>
              <p:cNvSpPr/>
              <p:nvPr/>
            </p:nvSpPr>
            <p:spPr>
              <a:xfrm>
                <a:off x="5110331" y="245459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7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5F83CD7-F394-BA5D-86BD-AE35980648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331" y="2454593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1D51299-E7AA-25B1-5D34-DC596BE18610}"/>
                  </a:ext>
                </a:extLst>
              </p:cNvPr>
              <p:cNvSpPr/>
              <p:nvPr/>
            </p:nvSpPr>
            <p:spPr>
              <a:xfrm>
                <a:off x="3918215" y="601994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1D51299-E7AA-25B1-5D34-DC596BE18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215" y="6019941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AC32B67-F387-CB97-8817-C9D3326ECB32}"/>
                  </a:ext>
                </a:extLst>
              </p:cNvPr>
              <p:cNvSpPr/>
              <p:nvPr/>
            </p:nvSpPr>
            <p:spPr>
              <a:xfrm>
                <a:off x="1146616" y="4907687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AC32B67-F387-CB97-8817-C9D3326EC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16" y="4907687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DB03A4D-B29C-72DE-6641-9A4AB847A404}"/>
                  </a:ext>
                </a:extLst>
              </p:cNvPr>
              <p:cNvSpPr/>
              <p:nvPr/>
            </p:nvSpPr>
            <p:spPr>
              <a:xfrm>
                <a:off x="649282" y="172743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DB03A4D-B29C-72DE-6641-9A4AB847A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82" y="1727437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6989" r="-5914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E892DC71-07DF-4393-7518-1EA634849253}"/>
                  </a:ext>
                </a:extLst>
              </p:cNvPr>
              <p:cNvSpPr/>
              <p:nvPr/>
            </p:nvSpPr>
            <p:spPr>
              <a:xfrm rot="19185516">
                <a:off x="1143529" y="264322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E892DC71-07DF-4393-7518-1EA6348492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85516">
                <a:off x="1143529" y="2643227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r="-4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80C29E6-F9CB-3A62-73C6-EAEADD693C03}"/>
                  </a:ext>
                </a:extLst>
              </p:cNvPr>
              <p:cNvSpPr/>
              <p:nvPr/>
            </p:nvSpPr>
            <p:spPr>
              <a:xfrm rot="2964624">
                <a:off x="1114664" y="3809169"/>
                <a:ext cx="1160000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80C29E6-F9CB-3A62-73C6-EAEADD693C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64624">
                <a:off x="1114664" y="3809169"/>
                <a:ext cx="1160000" cy="429992"/>
              </a:xfrm>
              <a:prstGeom prst="rect">
                <a:avLst/>
              </a:prstGeom>
              <a:blipFill>
                <a:blip r:embed="rId15"/>
                <a:stretch>
                  <a:fillRect b="-36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B3CCB3F-044C-AF2D-82D8-D743A44A99CD}"/>
                  </a:ext>
                </a:extLst>
              </p:cNvPr>
              <p:cNvSpPr/>
              <p:nvPr/>
            </p:nvSpPr>
            <p:spPr>
              <a:xfrm>
                <a:off x="669949" y="430936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B3CCB3F-044C-AF2D-82D8-D743A44A99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49" y="4309362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7487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97BE733-D08A-7078-2E3D-5F8C371991D7}"/>
                  </a:ext>
                </a:extLst>
              </p:cNvPr>
              <p:cNvSpPr/>
              <p:nvPr/>
            </p:nvSpPr>
            <p:spPr>
              <a:xfrm rot="18887556">
                <a:off x="2979974" y="2003163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97BE733-D08A-7078-2E3D-5F8C371991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87556">
                <a:off x="2979974" y="2003163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r="-4420" b="-1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E12D6AC-CFEA-400B-A01D-195551BC93BB}"/>
                  </a:ext>
                </a:extLst>
              </p:cNvPr>
              <p:cNvSpPr/>
              <p:nvPr/>
            </p:nvSpPr>
            <p:spPr>
              <a:xfrm>
                <a:off x="3183548" y="292415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E12D6AC-CFEA-400B-A01D-195551BC9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48" y="2924153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6952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5E65ECC-D494-6738-4BCF-2C4E39640FAA}"/>
                  </a:ext>
                </a:extLst>
              </p:cNvPr>
              <p:cNvSpPr/>
              <p:nvPr/>
            </p:nvSpPr>
            <p:spPr>
              <a:xfrm>
                <a:off x="2528567" y="1481341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5E65ECC-D494-6738-4BCF-2C4E39640F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67" y="1481341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8021" r="-588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475B209-75E7-6938-09F5-ED6C6F562A63}"/>
                  </a:ext>
                </a:extLst>
              </p:cNvPr>
              <p:cNvSpPr/>
              <p:nvPr/>
            </p:nvSpPr>
            <p:spPr>
              <a:xfrm rot="19594018">
                <a:off x="3228727" y="3654990"/>
                <a:ext cx="1138981" cy="419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475B209-75E7-6938-09F5-ED6C6F562A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3228727" y="3654990"/>
                <a:ext cx="1138981" cy="419024"/>
              </a:xfrm>
              <a:prstGeom prst="rect">
                <a:avLst/>
              </a:prstGeom>
              <a:blipFill>
                <a:blip r:embed="rId20"/>
                <a:stretch>
                  <a:fillRect l="-1546" r="-51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2A252E9-5053-C8AB-FFC6-EFE9B915C182}"/>
                  </a:ext>
                </a:extLst>
              </p:cNvPr>
              <p:cNvSpPr/>
              <p:nvPr/>
            </p:nvSpPr>
            <p:spPr>
              <a:xfrm>
                <a:off x="3268011" y="4429455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2A252E9-5053-C8AB-FFC6-EFE9B915C1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011" y="4429455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6952" r="-5348" b="-4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190752E-7FE2-12A3-16AB-384D11A7173B}"/>
                  </a:ext>
                </a:extLst>
              </p:cNvPr>
              <p:cNvSpPr/>
              <p:nvPr/>
            </p:nvSpPr>
            <p:spPr>
              <a:xfrm rot="2162234">
                <a:off x="3233126" y="51412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190752E-7FE2-12A3-16AB-384D11A717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3233126" y="5141277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2604" b="-48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6B21FB75-D471-CB47-76BF-782E1F40EBDD}"/>
              </a:ext>
            </a:extLst>
          </p:cNvPr>
          <p:cNvSpPr/>
          <p:nvPr/>
        </p:nvSpPr>
        <p:spPr>
          <a:xfrm>
            <a:off x="585" y="3800074"/>
            <a:ext cx="1294935" cy="521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75000"/>
                  </a:schemeClr>
                </a:solidFill>
                <a:latin typeface="+mj-lt"/>
              </a:rPr>
              <a:t>Augmented grammar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C5AB4E-E5D1-F490-31C6-475C5F83AEA2}"/>
              </a:ext>
            </a:extLst>
          </p:cNvPr>
          <p:cNvSpPr/>
          <p:nvPr/>
        </p:nvSpPr>
        <p:spPr>
          <a:xfrm>
            <a:off x="6345157" y="937605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FC63967-6D68-D999-F180-670135096738}"/>
              </a:ext>
            </a:extLst>
          </p:cNvPr>
          <p:cNvSpPr/>
          <p:nvPr/>
        </p:nvSpPr>
        <p:spPr>
          <a:xfrm>
            <a:off x="6284410" y="946038"/>
            <a:ext cx="1027953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E1E3B99-1136-FAD8-C18C-B3AC9B04AFFA}"/>
                  </a:ext>
                </a:extLst>
              </p:cNvPr>
              <p:cNvSpPr/>
              <p:nvPr/>
            </p:nvSpPr>
            <p:spPr>
              <a:xfrm>
                <a:off x="7317709" y="84222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9</a:t>
                </a: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E1E3B99-1136-FAD8-C18C-B3AC9B04AF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709" y="842225"/>
                <a:ext cx="364677" cy="315690"/>
              </a:xfrm>
              <a:prstGeom prst="rect">
                <a:avLst/>
              </a:prstGeom>
              <a:blipFill>
                <a:blip r:embed="rId23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>
            <a:extLst>
              <a:ext uri="{FF2B5EF4-FFF2-40B4-BE49-F238E27FC236}">
                <a16:creationId xmlns:a16="http://schemas.microsoft.com/office/drawing/2014/main" id="{A3AEF7DA-9000-988B-4FF9-BF20ED000D3D}"/>
              </a:ext>
            </a:extLst>
          </p:cNvPr>
          <p:cNvSpPr/>
          <p:nvPr/>
        </p:nvSpPr>
        <p:spPr>
          <a:xfrm>
            <a:off x="7500048" y="1794416"/>
            <a:ext cx="9505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E09589C-0E4F-BB90-3D0E-71B698EF50AE}"/>
              </a:ext>
            </a:extLst>
          </p:cNvPr>
          <p:cNvSpPr/>
          <p:nvPr/>
        </p:nvSpPr>
        <p:spPr>
          <a:xfrm>
            <a:off x="7580497" y="2153803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2C11F10-FF50-2C87-8758-043FE022CAC8}"/>
              </a:ext>
            </a:extLst>
          </p:cNvPr>
          <p:cNvSpPr/>
          <p:nvPr/>
        </p:nvSpPr>
        <p:spPr>
          <a:xfrm>
            <a:off x="7475485" y="1343310"/>
            <a:ext cx="99603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22B724F-AE7F-57DA-593A-03FF6A860BA1}"/>
              </a:ext>
            </a:extLst>
          </p:cNvPr>
          <p:cNvSpPr/>
          <p:nvPr/>
        </p:nvSpPr>
        <p:spPr>
          <a:xfrm>
            <a:off x="7490330" y="1398411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5AA3A63-5D23-D1C9-9E3C-1F62715DC4D2}"/>
              </a:ext>
            </a:extLst>
          </p:cNvPr>
          <p:cNvSpPr/>
          <p:nvPr/>
        </p:nvSpPr>
        <p:spPr>
          <a:xfrm>
            <a:off x="6408968" y="2255282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 ,S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73D5C83-3AFD-0BE5-0644-2239726E2A3C}"/>
              </a:ext>
            </a:extLst>
          </p:cNvPr>
          <p:cNvSpPr/>
          <p:nvPr/>
        </p:nvSpPr>
        <p:spPr>
          <a:xfrm>
            <a:off x="6313462" y="2262657"/>
            <a:ext cx="959428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78C1D4D-507D-ABA8-13F7-6A60BB14E087}"/>
                  </a:ext>
                </a:extLst>
              </p:cNvPr>
              <p:cNvSpPr/>
              <p:nvPr/>
            </p:nvSpPr>
            <p:spPr>
              <a:xfrm>
                <a:off x="8390793" y="1157147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78C1D4D-507D-ABA8-13F7-6A60BB14E0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793" y="1157147"/>
                <a:ext cx="364677" cy="315690"/>
              </a:xfrm>
              <a:prstGeom prst="rect">
                <a:avLst/>
              </a:prstGeom>
              <a:blipFill>
                <a:blip r:embed="rId24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22EEC64-65D1-61AB-A3F8-C1AFFD6FB285}"/>
                  </a:ext>
                </a:extLst>
              </p:cNvPr>
              <p:cNvSpPr/>
              <p:nvPr/>
            </p:nvSpPr>
            <p:spPr>
              <a:xfrm>
                <a:off x="5931691" y="2448466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7</a:t>
                </a: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22EEC64-65D1-61AB-A3F8-C1AFFD6FB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691" y="2448466"/>
                <a:ext cx="364677" cy="315690"/>
              </a:xfrm>
              <a:prstGeom prst="rect">
                <a:avLst/>
              </a:prstGeom>
              <a:blipFill>
                <a:blip r:embed="rId25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97CDA5E-FF22-CFC4-95B0-7BDCD9B852E9}"/>
              </a:ext>
            </a:extLst>
          </p:cNvPr>
          <p:cNvCxnSpPr>
            <a:endCxn id="70" idx="1"/>
          </p:cNvCxnSpPr>
          <p:nvPr/>
        </p:nvCxnSpPr>
        <p:spPr>
          <a:xfrm flipV="1">
            <a:off x="4975330" y="1139260"/>
            <a:ext cx="1309080" cy="35295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E7131B7-AA2E-0EEE-4BF9-8A19B531C9B2}"/>
                  </a:ext>
                </a:extLst>
              </p:cNvPr>
              <p:cNvSpPr/>
              <p:nvPr/>
            </p:nvSpPr>
            <p:spPr>
              <a:xfrm rot="20658418">
                <a:off x="5045759" y="1294639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E7131B7-AA2E-0EEE-4BF9-8A19B531C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418">
                <a:off x="5045759" y="1294639"/>
                <a:ext cx="1138981" cy="429992"/>
              </a:xfrm>
              <a:prstGeom prst="rect">
                <a:avLst/>
              </a:prstGeom>
              <a:blipFill>
                <a:blip r:embed="rId26"/>
                <a:stretch>
                  <a:fillRect l="-4500" r="-5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7C5C7A2-4FC9-ADAB-A3EC-D13D79947066}"/>
              </a:ext>
            </a:extLst>
          </p:cNvPr>
          <p:cNvCxnSpPr>
            <a:endCxn id="75" idx="1"/>
          </p:cNvCxnSpPr>
          <p:nvPr/>
        </p:nvCxnSpPr>
        <p:spPr>
          <a:xfrm flipV="1">
            <a:off x="4963222" y="1586190"/>
            <a:ext cx="2527108" cy="35188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776AF63-B612-C671-2AAB-C0CD156100FD}"/>
                  </a:ext>
                </a:extLst>
              </p:cNvPr>
              <p:cNvSpPr/>
              <p:nvPr/>
            </p:nvSpPr>
            <p:spPr>
              <a:xfrm rot="21092284">
                <a:off x="6258243" y="1623448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776AF63-B612-C671-2AAB-C0CD15610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92284">
                <a:off x="6258243" y="1623448"/>
                <a:ext cx="1138981" cy="429992"/>
              </a:xfrm>
              <a:prstGeom prst="rect">
                <a:avLst/>
              </a:prstGeom>
              <a:blipFill>
                <a:blip r:embed="rId27"/>
                <a:stretch>
                  <a:fillRect l="-5102" r="-5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5497B5E-BB82-EFF2-7EE3-E83E856F05D9}"/>
              </a:ext>
            </a:extLst>
          </p:cNvPr>
          <p:cNvCxnSpPr/>
          <p:nvPr/>
        </p:nvCxnSpPr>
        <p:spPr>
          <a:xfrm>
            <a:off x="4965819" y="2235971"/>
            <a:ext cx="1347643" cy="2362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216DDF7-ADA8-EE3C-51F0-2C7EDF048BC8}"/>
                  </a:ext>
                </a:extLst>
              </p:cNvPr>
              <p:cNvSpPr/>
              <p:nvPr/>
            </p:nvSpPr>
            <p:spPr>
              <a:xfrm rot="552552">
                <a:off x="5127965" y="1965851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216DDF7-ADA8-EE3C-51F0-2C7EDF048B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52552">
                <a:off x="5127965" y="1965851"/>
                <a:ext cx="1138981" cy="429992"/>
              </a:xfrm>
              <a:prstGeom prst="rect">
                <a:avLst/>
              </a:prstGeom>
              <a:blipFill>
                <a:blip r:embed="rId28"/>
                <a:stretch>
                  <a:fillRect l="-5584" r="-3553" b="-29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ight Brace 85">
            <a:extLst>
              <a:ext uri="{FF2B5EF4-FFF2-40B4-BE49-F238E27FC236}">
                <a16:creationId xmlns:a16="http://schemas.microsoft.com/office/drawing/2014/main" id="{658F6F37-BC93-B1FF-9414-02A41C2DC809}"/>
              </a:ext>
            </a:extLst>
          </p:cNvPr>
          <p:cNvSpPr/>
          <p:nvPr/>
        </p:nvSpPr>
        <p:spPr>
          <a:xfrm>
            <a:off x="8636812" y="1015346"/>
            <a:ext cx="498123" cy="5173437"/>
          </a:xfrm>
          <a:prstGeom prst="rightBrace">
            <a:avLst>
              <a:gd name="adj1" fmla="val 8333"/>
              <a:gd name="adj2" fmla="val 52525"/>
            </a:avLst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  <a:latin typeface="+mj-l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CE85E7D-4B80-1CAB-29CF-14739CC20BB0}"/>
              </a:ext>
            </a:extLst>
          </p:cNvPr>
          <p:cNvSpPr/>
          <p:nvPr/>
        </p:nvSpPr>
        <p:spPr>
          <a:xfrm>
            <a:off x="7126359" y="3451885"/>
            <a:ext cx="1752600" cy="688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LR(1) item set </a:t>
            </a:r>
          </a:p>
        </p:txBody>
      </p:sp>
    </p:spTree>
    <p:extLst>
      <p:ext uri="{BB962C8B-B14F-4D97-AF65-F5344CB8AC3E}">
        <p14:creationId xmlns:p14="http://schemas.microsoft.com/office/powerpoint/2010/main" val="360380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mph" presetSubtype="2" dur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3" presetClass="emph" presetSubtype="2" dur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1" presetID="3" presetClass="emph" presetSubtype="2" dur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3" presetClass="emph" presetSubtype="2" dur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5" grpId="0"/>
      <p:bldP spid="5" grpId="1"/>
      <p:bldP spid="5" grpId="2"/>
      <p:bldP spid="6" grpId="0"/>
      <p:bldP spid="6" grpId="1"/>
      <p:bldP spid="6" grpId="2"/>
      <p:bldP spid="7" grpId="0"/>
      <p:bldP spid="7" grpId="1"/>
      <p:bldP spid="7" grpId="2"/>
      <p:bldP spid="8" grpId="0" animBg="1"/>
      <p:bldP spid="9" grpId="0"/>
      <p:bldP spid="10" grpId="0" animBg="1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 animBg="1"/>
      <p:bldP spid="15" grpId="0"/>
      <p:bldP spid="15" grpId="1"/>
      <p:bldP spid="15" grpId="2"/>
      <p:bldP spid="16" grpId="0"/>
      <p:bldP spid="16" grpId="1"/>
      <p:bldP spid="16" grpId="2"/>
      <p:bldP spid="17" grpId="0" animBg="1"/>
      <p:bldP spid="18" grpId="0"/>
      <p:bldP spid="18" grpId="1"/>
      <p:bldP spid="18" grpId="2"/>
      <p:bldP spid="19" grpId="0"/>
      <p:bldP spid="20" grpId="0" animBg="1"/>
      <p:bldP spid="21" grpId="0"/>
      <p:bldP spid="21" grpId="1"/>
      <p:bldP spid="21" grpId="2"/>
      <p:bldP spid="22" grpId="0"/>
      <p:bldP spid="22" grpId="1"/>
      <p:bldP spid="22" grpId="2"/>
      <p:bldP spid="23" grpId="0" animBg="1"/>
      <p:bldP spid="24" grpId="0"/>
      <p:bldP spid="24" grpId="1"/>
      <p:bldP spid="24" grpId="2"/>
      <p:bldP spid="25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8" grpId="1"/>
      <p:bldP spid="69" grpId="0"/>
      <p:bldP spid="70" grpId="0" animBg="1"/>
      <p:bldP spid="71" grpId="0"/>
      <p:bldP spid="72" grpId="0"/>
      <p:bldP spid="73" grpId="0"/>
      <p:bldP spid="74" grpId="0" animBg="1"/>
      <p:bldP spid="75" grpId="0"/>
      <p:bldP spid="76" grpId="0"/>
      <p:bldP spid="77" grpId="0" animBg="1"/>
      <p:bldP spid="78" grpId="0"/>
      <p:bldP spid="79" grpId="0"/>
      <p:bldP spid="81" grpId="0"/>
      <p:bldP spid="83" grpId="0"/>
      <p:bldP spid="85" grpId="0"/>
      <p:bldP spid="86" grpId="0" animBg="1"/>
      <p:bldP spid="8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DB88-7FC0-2819-47FE-B941B1EDAEF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CLR(1)- canonical LR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776A3C-1556-4ED2-D224-CCAA3638E13F}"/>
              </a:ext>
            </a:extLst>
          </p:cNvPr>
          <p:cNvSpPr/>
          <p:nvPr/>
        </p:nvSpPr>
        <p:spPr>
          <a:xfrm>
            <a:off x="86092" y="5548380"/>
            <a:ext cx="17907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E47A1"/>
                </a:solidFill>
                <a:latin typeface="+mj-lt"/>
              </a:rPr>
              <a:t>S </a:t>
            </a:r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AA</a:t>
            </a:r>
          </a:p>
          <a:p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  aA | b</a:t>
            </a:r>
            <a:endParaRPr lang="en-US" sz="2400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5F7162-BECB-4D21-30E1-4C06F022FCB3}"/>
              </a:ext>
            </a:extLst>
          </p:cNvPr>
          <p:cNvSpPr/>
          <p:nvPr/>
        </p:nvSpPr>
        <p:spPr>
          <a:xfrm>
            <a:off x="171182" y="2286000"/>
            <a:ext cx="772215" cy="324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.S,$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CF201C-E8C9-4C74-F7F7-EB2FEAA4B872}"/>
              </a:ext>
            </a:extLst>
          </p:cNvPr>
          <p:cNvSpPr/>
          <p:nvPr/>
        </p:nvSpPr>
        <p:spPr>
          <a:xfrm>
            <a:off x="142061" y="2728907"/>
            <a:ext cx="979693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.AA,$</a:t>
            </a:r>
            <a:endParaRPr lang="en-US">
              <a:solidFill>
                <a:schemeClr val="tx1"/>
              </a:solidFill>
              <a:latin typeface="+mj-lt"/>
            </a:endParaRPr>
          </a:p>
          <a:p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50C68-6707-0EF5-52F4-38B174F5801D}"/>
              </a:ext>
            </a:extLst>
          </p:cNvPr>
          <p:cNvSpPr/>
          <p:nvPr/>
        </p:nvSpPr>
        <p:spPr>
          <a:xfrm>
            <a:off x="112190" y="2971799"/>
            <a:ext cx="1156241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412C6-A7C2-B2FE-2001-3607FCC4386B}"/>
              </a:ext>
            </a:extLst>
          </p:cNvPr>
          <p:cNvSpPr/>
          <p:nvPr/>
        </p:nvSpPr>
        <p:spPr>
          <a:xfrm>
            <a:off x="132382" y="3347356"/>
            <a:ext cx="100259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A.b,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C0BD8-0BA7-0BEA-E5AA-CBA38B0D7A69}"/>
              </a:ext>
            </a:extLst>
          </p:cNvPr>
          <p:cNvSpPr/>
          <p:nvPr/>
        </p:nvSpPr>
        <p:spPr>
          <a:xfrm>
            <a:off x="86093" y="2209800"/>
            <a:ext cx="1173388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D9CE4-8E31-C5C0-C2F4-94DC09C1C862}"/>
              </a:ext>
            </a:extLst>
          </p:cNvPr>
          <p:cNvSpPr/>
          <p:nvPr/>
        </p:nvSpPr>
        <p:spPr>
          <a:xfrm>
            <a:off x="186864" y="1270602"/>
            <a:ext cx="865234" cy="236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724A3-9A86-915B-7704-59D1CD092665}"/>
              </a:ext>
            </a:extLst>
          </p:cNvPr>
          <p:cNvSpPr/>
          <p:nvPr/>
        </p:nvSpPr>
        <p:spPr>
          <a:xfrm>
            <a:off x="120396" y="1151163"/>
            <a:ext cx="96701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A1D94-B251-BB65-15CB-2487E4E9EBBC}"/>
              </a:ext>
            </a:extLst>
          </p:cNvPr>
          <p:cNvSpPr/>
          <p:nvPr/>
        </p:nvSpPr>
        <p:spPr>
          <a:xfrm>
            <a:off x="2220569" y="2062842"/>
            <a:ext cx="934919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7863AE-428A-9806-53A3-F56C40007F2F}"/>
              </a:ext>
            </a:extLst>
          </p:cNvPr>
          <p:cNvSpPr/>
          <p:nvPr/>
        </p:nvSpPr>
        <p:spPr>
          <a:xfrm>
            <a:off x="2220570" y="2438399"/>
            <a:ext cx="89310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E40B8F-EC01-F2C3-1CEE-57F360465A55}"/>
              </a:ext>
            </a:extLst>
          </p:cNvPr>
          <p:cNvSpPr/>
          <p:nvPr/>
        </p:nvSpPr>
        <p:spPr>
          <a:xfrm>
            <a:off x="2226013" y="2813956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A9702C-63FB-05AE-7B34-0E125B77A5E4}"/>
              </a:ext>
            </a:extLst>
          </p:cNvPr>
          <p:cNvSpPr/>
          <p:nvPr/>
        </p:nvSpPr>
        <p:spPr>
          <a:xfrm>
            <a:off x="2182475" y="1981200"/>
            <a:ext cx="961811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06389-2A87-349E-F48D-3444F4FF5AE9}"/>
              </a:ext>
            </a:extLst>
          </p:cNvPr>
          <p:cNvSpPr/>
          <p:nvPr/>
        </p:nvSpPr>
        <p:spPr>
          <a:xfrm>
            <a:off x="2148025" y="4421143"/>
            <a:ext cx="1247432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1BD072-5B48-CE75-4BA7-74673E9D164E}"/>
              </a:ext>
            </a:extLst>
          </p:cNvPr>
          <p:cNvSpPr/>
          <p:nvPr/>
        </p:nvSpPr>
        <p:spPr>
          <a:xfrm>
            <a:off x="2148890" y="4765347"/>
            <a:ext cx="10920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a|b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6EDFCC-D1A6-D0CE-572A-5EEA3219D08B}"/>
              </a:ext>
            </a:extLst>
          </p:cNvPr>
          <p:cNvSpPr/>
          <p:nvPr/>
        </p:nvSpPr>
        <p:spPr>
          <a:xfrm>
            <a:off x="2087207" y="3897089"/>
            <a:ext cx="118637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0B7C2-693C-3A6C-A1E5-598D15306F52}"/>
              </a:ext>
            </a:extLst>
          </p:cNvPr>
          <p:cNvSpPr/>
          <p:nvPr/>
        </p:nvSpPr>
        <p:spPr>
          <a:xfrm>
            <a:off x="2153911" y="4069005"/>
            <a:ext cx="111967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Aa.A,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FB963-2A82-465B-9AA6-90FFDE50830B}"/>
              </a:ext>
            </a:extLst>
          </p:cNvPr>
          <p:cNvSpPr/>
          <p:nvPr/>
        </p:nvSpPr>
        <p:spPr>
          <a:xfrm>
            <a:off x="122168" y="4894668"/>
            <a:ext cx="125503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</a:t>
            </a:r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FE597-E722-BD99-F144-3F7E0ADC5B26}"/>
              </a:ext>
            </a:extLst>
          </p:cNvPr>
          <p:cNvSpPr/>
          <p:nvPr/>
        </p:nvSpPr>
        <p:spPr>
          <a:xfrm>
            <a:off x="65059" y="4864519"/>
            <a:ext cx="1135429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0B33C-76AB-3EB1-36FE-3F1605A3BF32}"/>
              </a:ext>
            </a:extLst>
          </p:cNvPr>
          <p:cNvSpPr/>
          <p:nvPr/>
        </p:nvSpPr>
        <p:spPr>
          <a:xfrm>
            <a:off x="4012648" y="1579123"/>
            <a:ext cx="9505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0E562B-3377-0B81-9D14-FFD6B03F9714}"/>
              </a:ext>
            </a:extLst>
          </p:cNvPr>
          <p:cNvSpPr/>
          <p:nvPr/>
        </p:nvSpPr>
        <p:spPr>
          <a:xfrm>
            <a:off x="4093097" y="1938510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4DD671-CE67-C5ED-7BF1-E7B3C04ED7D8}"/>
              </a:ext>
            </a:extLst>
          </p:cNvPr>
          <p:cNvSpPr/>
          <p:nvPr/>
        </p:nvSpPr>
        <p:spPr>
          <a:xfrm>
            <a:off x="3973337" y="1128017"/>
            <a:ext cx="99603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34F054-76DD-B7B1-9684-41F4709B9254}"/>
              </a:ext>
            </a:extLst>
          </p:cNvPr>
          <p:cNvSpPr/>
          <p:nvPr/>
        </p:nvSpPr>
        <p:spPr>
          <a:xfrm>
            <a:off x="4002930" y="1183118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F04051-8B2B-1C1C-FC39-363D32FF415E}"/>
              </a:ext>
            </a:extLst>
          </p:cNvPr>
          <p:cNvSpPr/>
          <p:nvPr/>
        </p:nvSpPr>
        <p:spPr>
          <a:xfrm>
            <a:off x="4465713" y="2735389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 ,S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A1A66E-5E03-6BA9-39E1-79ECD3497DFB}"/>
              </a:ext>
            </a:extLst>
          </p:cNvPr>
          <p:cNvSpPr/>
          <p:nvPr/>
        </p:nvSpPr>
        <p:spPr>
          <a:xfrm>
            <a:off x="4406766" y="2784383"/>
            <a:ext cx="959428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23C3CC-C175-60A5-B9B2-5E402A5E5EF8}"/>
              </a:ext>
            </a:extLst>
          </p:cNvPr>
          <p:cNvSpPr/>
          <p:nvPr/>
        </p:nvSpPr>
        <p:spPr>
          <a:xfrm>
            <a:off x="4420503" y="4825090"/>
            <a:ext cx="118975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B34518-C5D1-DA49-04C0-5C273C11BE8C}"/>
              </a:ext>
            </a:extLst>
          </p:cNvPr>
          <p:cNvSpPr/>
          <p:nvPr/>
        </p:nvSpPr>
        <p:spPr>
          <a:xfrm>
            <a:off x="4425945" y="5200647"/>
            <a:ext cx="1120763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A.b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B8237A-1B51-B584-90A1-9B08FBED5A63}"/>
              </a:ext>
            </a:extLst>
          </p:cNvPr>
          <p:cNvSpPr/>
          <p:nvPr/>
        </p:nvSpPr>
        <p:spPr>
          <a:xfrm>
            <a:off x="4363663" y="4285585"/>
            <a:ext cx="1295793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8C3683-0528-2FA0-8850-AED060EC8435}"/>
              </a:ext>
            </a:extLst>
          </p:cNvPr>
          <p:cNvSpPr/>
          <p:nvPr/>
        </p:nvSpPr>
        <p:spPr>
          <a:xfrm>
            <a:off x="4415047" y="4460493"/>
            <a:ext cx="136875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</a:t>
            </a:r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a.A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BA8A2-56CB-C93A-8E88-6AE348E9E58B}"/>
              </a:ext>
            </a:extLst>
          </p:cNvPr>
          <p:cNvSpPr/>
          <p:nvPr/>
        </p:nvSpPr>
        <p:spPr>
          <a:xfrm>
            <a:off x="4393282" y="5938156"/>
            <a:ext cx="1036806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30871C-2B35-32D7-DC24-2541AC393B63}"/>
              </a:ext>
            </a:extLst>
          </p:cNvPr>
          <p:cNvSpPr/>
          <p:nvPr/>
        </p:nvSpPr>
        <p:spPr>
          <a:xfrm>
            <a:off x="4284428" y="5938156"/>
            <a:ext cx="1190579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BCE014-5421-A756-9569-168FA3E4C241}"/>
              </a:ext>
            </a:extLst>
          </p:cNvPr>
          <p:cNvSpPr/>
          <p:nvPr/>
        </p:nvSpPr>
        <p:spPr>
          <a:xfrm>
            <a:off x="2080761" y="1080558"/>
            <a:ext cx="983452" cy="287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AA. ,$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EF6988-9F34-DAA1-E822-E91BA4772CEF}"/>
              </a:ext>
            </a:extLst>
          </p:cNvPr>
          <p:cNvSpPr/>
          <p:nvPr/>
        </p:nvSpPr>
        <p:spPr>
          <a:xfrm>
            <a:off x="2033475" y="979713"/>
            <a:ext cx="1026962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C8FC43-2C04-AADC-0192-09F218C064EF}"/>
              </a:ext>
            </a:extLst>
          </p:cNvPr>
          <p:cNvSpPr/>
          <p:nvPr/>
        </p:nvSpPr>
        <p:spPr>
          <a:xfrm>
            <a:off x="4415047" y="3541932"/>
            <a:ext cx="1131662" cy="340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D2D84E-CB11-9117-5D55-8D5FA306BA8E}"/>
              </a:ext>
            </a:extLst>
          </p:cNvPr>
          <p:cNvSpPr/>
          <p:nvPr/>
        </p:nvSpPr>
        <p:spPr>
          <a:xfrm>
            <a:off x="4364183" y="3514718"/>
            <a:ext cx="1182526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9286AF-757D-38C4-5382-BCEC1979BA1B}"/>
              </a:ext>
            </a:extLst>
          </p:cNvPr>
          <p:cNvCxnSpPr/>
          <p:nvPr/>
        </p:nvCxnSpPr>
        <p:spPr>
          <a:xfrm flipH="1" flipV="1">
            <a:off x="539642" y="1626055"/>
            <a:ext cx="1294" cy="57607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2F2A0E-6A37-F95E-4B48-6BCACF113A72}"/>
              </a:ext>
            </a:extLst>
          </p:cNvPr>
          <p:cNvCxnSpPr>
            <a:stCxn id="8" idx="3"/>
          </p:cNvCxnSpPr>
          <p:nvPr/>
        </p:nvCxnSpPr>
        <p:spPr>
          <a:xfrm flipV="1">
            <a:off x="1259481" y="2256076"/>
            <a:ext cx="931199" cy="7157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65D747-A2CF-F138-7AAF-41203262479A}"/>
              </a:ext>
            </a:extLst>
          </p:cNvPr>
          <p:cNvCxnSpPr/>
          <p:nvPr/>
        </p:nvCxnSpPr>
        <p:spPr>
          <a:xfrm>
            <a:off x="1235124" y="3704120"/>
            <a:ext cx="845637" cy="106458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EF17240-BA1C-F6DB-B89A-08EC3AE94A0A}"/>
              </a:ext>
            </a:extLst>
          </p:cNvPr>
          <p:cNvCxnSpPr/>
          <p:nvPr/>
        </p:nvCxnSpPr>
        <p:spPr>
          <a:xfrm flipH="1" flipV="1">
            <a:off x="551282" y="3744681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9EE32B-88C5-6576-6551-ADAC008223D3}"/>
              </a:ext>
            </a:extLst>
          </p:cNvPr>
          <p:cNvCxnSpPr/>
          <p:nvPr/>
        </p:nvCxnSpPr>
        <p:spPr>
          <a:xfrm flipH="1" flipV="1">
            <a:off x="2477441" y="1461408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3716E6-7293-7937-F5E0-6A1A2D97B237}"/>
              </a:ext>
            </a:extLst>
          </p:cNvPr>
          <p:cNvCxnSpPr/>
          <p:nvPr/>
        </p:nvCxnSpPr>
        <p:spPr>
          <a:xfrm flipV="1">
            <a:off x="3139159" y="1387226"/>
            <a:ext cx="847442" cy="8797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A6279F-B9AF-5B61-D9E9-3B71BEC0CB57}"/>
              </a:ext>
            </a:extLst>
          </p:cNvPr>
          <p:cNvCxnSpPr/>
          <p:nvPr/>
        </p:nvCxnSpPr>
        <p:spPr>
          <a:xfrm flipV="1">
            <a:off x="3138905" y="2990212"/>
            <a:ext cx="1280160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DC3590-DCB4-9527-36E0-CFB7EF9E947E}"/>
              </a:ext>
            </a:extLst>
          </p:cNvPr>
          <p:cNvCxnSpPr/>
          <p:nvPr/>
        </p:nvCxnSpPr>
        <p:spPr>
          <a:xfrm flipV="1">
            <a:off x="3273582" y="3707940"/>
            <a:ext cx="1074272" cy="73662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6BF229-2D60-C858-4A8A-A25F5F67E592}"/>
              </a:ext>
            </a:extLst>
          </p:cNvPr>
          <p:cNvCxnSpPr/>
          <p:nvPr/>
        </p:nvCxnSpPr>
        <p:spPr>
          <a:xfrm>
            <a:off x="3289390" y="4785812"/>
            <a:ext cx="1069848" cy="93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B4F949E-CB63-8377-09C6-5DFEDB824223}"/>
              </a:ext>
            </a:extLst>
          </p:cNvPr>
          <p:cNvCxnSpPr/>
          <p:nvPr/>
        </p:nvCxnSpPr>
        <p:spPr>
          <a:xfrm>
            <a:off x="3273582" y="5163217"/>
            <a:ext cx="1007775" cy="79805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647CA42-AA39-19E5-1C24-0C922610E4F9}"/>
                  </a:ext>
                </a:extLst>
              </p:cNvPr>
              <p:cNvSpPr/>
              <p:nvPr/>
            </p:nvSpPr>
            <p:spPr>
              <a:xfrm>
                <a:off x="86092" y="187642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647CA42-AA39-19E5-1C24-0C922610E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2" y="1876422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3CFE02B-8B82-395D-EB6D-EED147587465}"/>
                  </a:ext>
                </a:extLst>
              </p:cNvPr>
              <p:cNvSpPr/>
              <p:nvPr/>
            </p:nvSpPr>
            <p:spPr>
              <a:xfrm>
                <a:off x="1105445" y="12627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3CFE02B-8B82-395D-EB6D-EED1475874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45" y="1262739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EA11FB5-266F-ED77-B263-50FE004A4708}"/>
                  </a:ext>
                </a:extLst>
              </p:cNvPr>
              <p:cNvSpPr/>
              <p:nvPr/>
            </p:nvSpPr>
            <p:spPr>
              <a:xfrm>
                <a:off x="2104398" y="162741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EA11FB5-266F-ED77-B263-50FE004A4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398" y="1627414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BD33B5C-DA55-F1E4-DC40-2467479AE501}"/>
                  </a:ext>
                </a:extLst>
              </p:cNvPr>
              <p:cNvSpPr/>
              <p:nvPr/>
            </p:nvSpPr>
            <p:spPr>
              <a:xfrm>
                <a:off x="2111173" y="351608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BD33B5C-DA55-F1E4-DC40-2467479AE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73" y="3516080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14005E2-104B-11E1-73B2-8205A352E6EB}"/>
                  </a:ext>
                </a:extLst>
              </p:cNvPr>
              <p:cNvSpPr/>
              <p:nvPr/>
            </p:nvSpPr>
            <p:spPr>
              <a:xfrm>
                <a:off x="5294780" y="316904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8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14005E2-104B-11E1-73B2-8205A352E6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780" y="3169045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3066653-D93C-EF72-2CDC-8CAA8CC07A9D}"/>
                  </a:ext>
                </a:extLst>
              </p:cNvPr>
              <p:cNvSpPr/>
              <p:nvPr/>
            </p:nvSpPr>
            <p:spPr>
              <a:xfrm>
                <a:off x="1680126" y="93173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3066653-D93C-EF72-2CDC-8CAA8CC07A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126" y="931735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4D8CD18-F12B-F04E-370E-96C04111719E}"/>
                  </a:ext>
                </a:extLst>
              </p:cNvPr>
              <p:cNvSpPr/>
              <p:nvPr/>
            </p:nvSpPr>
            <p:spPr>
              <a:xfrm>
                <a:off x="4903393" y="94185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4D8CD18-F12B-F04E-370E-96C041117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393" y="941854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B5A0AFE-71D4-4BD3-6FD7-17F111208B0F}"/>
                  </a:ext>
                </a:extLst>
              </p:cNvPr>
              <p:cNvSpPr/>
              <p:nvPr/>
            </p:nvSpPr>
            <p:spPr>
              <a:xfrm>
                <a:off x="5250572" y="399367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B5A0AFE-71D4-4BD3-6FD7-17F111208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572" y="3993672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293C8C1-4E58-0F03-06CD-D9143B346DA7}"/>
                  </a:ext>
                </a:extLst>
              </p:cNvPr>
              <p:cNvSpPr/>
              <p:nvPr/>
            </p:nvSpPr>
            <p:spPr>
              <a:xfrm>
                <a:off x="5110331" y="2454593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7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293C8C1-4E58-0F03-06CD-D9143B346D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331" y="2454593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D0A9758-DB38-8284-8914-9A10D5CA73AE}"/>
                  </a:ext>
                </a:extLst>
              </p:cNvPr>
              <p:cNvSpPr/>
              <p:nvPr/>
            </p:nvSpPr>
            <p:spPr>
              <a:xfrm>
                <a:off x="3918215" y="601994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D0A9758-DB38-8284-8914-9A10D5CA73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215" y="6019941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A84B90F-C359-AA90-2B01-191A5B685DAB}"/>
                  </a:ext>
                </a:extLst>
              </p:cNvPr>
              <p:cNvSpPr/>
              <p:nvPr/>
            </p:nvSpPr>
            <p:spPr>
              <a:xfrm>
                <a:off x="1146616" y="4907687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A84B90F-C359-AA90-2B01-191A5B685D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16" y="4907687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7622667-8D62-4ABD-68C4-0F4AAF9CDCCE}"/>
                  </a:ext>
                </a:extLst>
              </p:cNvPr>
              <p:cNvSpPr/>
              <p:nvPr/>
            </p:nvSpPr>
            <p:spPr>
              <a:xfrm>
                <a:off x="649282" y="172743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7622667-8D62-4ABD-68C4-0F4AAF9CDC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82" y="1727437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6989" r="-5914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A4B5429-598A-AACE-C636-B33C3E766935}"/>
                  </a:ext>
                </a:extLst>
              </p:cNvPr>
              <p:cNvSpPr/>
              <p:nvPr/>
            </p:nvSpPr>
            <p:spPr>
              <a:xfrm rot="19185516">
                <a:off x="1143529" y="264322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A4B5429-598A-AACE-C636-B33C3E766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85516">
                <a:off x="1143529" y="2643227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r="-42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7A447BA-D3E7-C3DA-B845-328CCE8FF062}"/>
                  </a:ext>
                </a:extLst>
              </p:cNvPr>
              <p:cNvSpPr/>
              <p:nvPr/>
            </p:nvSpPr>
            <p:spPr>
              <a:xfrm rot="2964624">
                <a:off x="1114664" y="3809169"/>
                <a:ext cx="1160000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7A447BA-D3E7-C3DA-B845-328CCE8FF0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64624">
                <a:off x="1114664" y="3809169"/>
                <a:ext cx="1160000" cy="429992"/>
              </a:xfrm>
              <a:prstGeom prst="rect">
                <a:avLst/>
              </a:prstGeom>
              <a:blipFill>
                <a:blip r:embed="rId15"/>
                <a:stretch>
                  <a:fillRect b="-36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317DEBA-5E3C-2FB7-7334-96DE579A4460}"/>
                  </a:ext>
                </a:extLst>
              </p:cNvPr>
              <p:cNvSpPr/>
              <p:nvPr/>
            </p:nvSpPr>
            <p:spPr>
              <a:xfrm>
                <a:off x="669949" y="430936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317DEBA-5E3C-2FB7-7334-96DE579A44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49" y="4309362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7487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012D43B-13C8-263D-AAD2-CBC6FDFDAB55}"/>
                  </a:ext>
                </a:extLst>
              </p:cNvPr>
              <p:cNvSpPr/>
              <p:nvPr/>
            </p:nvSpPr>
            <p:spPr>
              <a:xfrm rot="18887556">
                <a:off x="2979974" y="2003163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012D43B-13C8-263D-AAD2-CBC6FDFDA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87556">
                <a:off x="2979974" y="2003163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r="-4420" b="-1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E22773E-9BC3-6E01-F951-F746A73712B3}"/>
                  </a:ext>
                </a:extLst>
              </p:cNvPr>
              <p:cNvSpPr/>
              <p:nvPr/>
            </p:nvSpPr>
            <p:spPr>
              <a:xfrm>
                <a:off x="3183548" y="292415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E22773E-9BC3-6E01-F951-F746A73712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48" y="2924153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6952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BB8AE94-22A4-0942-074D-7CA25BA673F2}"/>
                  </a:ext>
                </a:extLst>
              </p:cNvPr>
              <p:cNvSpPr/>
              <p:nvPr/>
            </p:nvSpPr>
            <p:spPr>
              <a:xfrm>
                <a:off x="2528567" y="1481341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BB8AE94-22A4-0942-074D-7CA25BA67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67" y="1481341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8021" r="-588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BEC2B87-DEAD-985D-1BAA-75B3A9AD1854}"/>
                  </a:ext>
                </a:extLst>
              </p:cNvPr>
              <p:cNvSpPr/>
              <p:nvPr/>
            </p:nvSpPr>
            <p:spPr>
              <a:xfrm rot="19594018">
                <a:off x="3228727" y="3654990"/>
                <a:ext cx="1138981" cy="419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BEC2B87-DEAD-985D-1BAA-75B3A9AD1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3228727" y="3654990"/>
                <a:ext cx="1138981" cy="419024"/>
              </a:xfrm>
              <a:prstGeom prst="rect">
                <a:avLst/>
              </a:prstGeom>
              <a:blipFill>
                <a:blip r:embed="rId20"/>
                <a:stretch>
                  <a:fillRect l="-1546" r="-51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103743F-C04F-DA2E-88A5-680201C150DA}"/>
                  </a:ext>
                </a:extLst>
              </p:cNvPr>
              <p:cNvSpPr/>
              <p:nvPr/>
            </p:nvSpPr>
            <p:spPr>
              <a:xfrm>
                <a:off x="3268011" y="4429455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103743F-C04F-DA2E-88A5-680201C15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011" y="4429455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6952" r="-5348" b="-4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2CD5C2D-5C05-59A0-2FD9-0AE9DE14F710}"/>
                  </a:ext>
                </a:extLst>
              </p:cNvPr>
              <p:cNvSpPr/>
              <p:nvPr/>
            </p:nvSpPr>
            <p:spPr>
              <a:xfrm rot="2162234">
                <a:off x="3233126" y="5141277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2CD5C2D-5C05-59A0-2FD9-0AE9DE14F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3233126" y="5141277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2604" b="-48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ABAC1431-73EC-B0FF-754B-41F2F1CA46E2}"/>
              </a:ext>
            </a:extLst>
          </p:cNvPr>
          <p:cNvSpPr/>
          <p:nvPr/>
        </p:nvSpPr>
        <p:spPr>
          <a:xfrm>
            <a:off x="6345157" y="937605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338F423-BF74-CB8C-36C5-2E28BA4FEA63}"/>
              </a:ext>
            </a:extLst>
          </p:cNvPr>
          <p:cNvSpPr/>
          <p:nvPr/>
        </p:nvSpPr>
        <p:spPr>
          <a:xfrm>
            <a:off x="6284410" y="946038"/>
            <a:ext cx="1027953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B76A1C9-0E36-CB80-0447-1321330CAE7C}"/>
                  </a:ext>
                </a:extLst>
              </p:cNvPr>
              <p:cNvSpPr/>
              <p:nvPr/>
            </p:nvSpPr>
            <p:spPr>
              <a:xfrm>
                <a:off x="7317709" y="84222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9</a:t>
                </a: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B76A1C9-0E36-CB80-0447-1321330CA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709" y="842225"/>
                <a:ext cx="364677" cy="315690"/>
              </a:xfrm>
              <a:prstGeom prst="rect">
                <a:avLst/>
              </a:prstGeom>
              <a:blipFill>
                <a:blip r:embed="rId23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EF2442DC-6C26-F3A7-4155-474F99364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33349"/>
              </p:ext>
            </p:extLst>
          </p:nvPr>
        </p:nvGraphicFramePr>
        <p:xfrm>
          <a:off x="6232525" y="2935346"/>
          <a:ext cx="3205217" cy="351864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1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808">
                <a:tc rowSpan="2">
                  <a:txBody>
                    <a:bodyPr/>
                    <a:lstStyle/>
                    <a:p>
                      <a:pPr algn="ctr"/>
                      <a:r>
                        <a:rPr lang="en-US" i="0"/>
                        <a:t>Item set</a:t>
                      </a:r>
                    </a:p>
                  </a:txBody>
                  <a:tcPr marL="9144" marR="9144" marT="0" marB="0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Go to</a:t>
                      </a: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51">
                <a:tc vMerge="1">
                  <a:txBody>
                    <a:bodyPr/>
                    <a:lstStyle/>
                    <a:p>
                      <a:pPr algn="ctr"/>
                      <a:endParaRPr lang="en-US" i="1"/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S3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Accept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36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5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73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5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08E0205A-10B3-CAB5-11D3-EA1041AB674D}"/>
              </a:ext>
            </a:extLst>
          </p:cNvPr>
          <p:cNvSpPr/>
          <p:nvPr/>
        </p:nvSpPr>
        <p:spPr>
          <a:xfrm>
            <a:off x="7500048" y="1794416"/>
            <a:ext cx="9505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2667843-45E2-7E39-0656-74BE1E9C3947}"/>
              </a:ext>
            </a:extLst>
          </p:cNvPr>
          <p:cNvSpPr/>
          <p:nvPr/>
        </p:nvSpPr>
        <p:spPr>
          <a:xfrm>
            <a:off x="7580497" y="2153803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2CBD3F9-0B40-8941-5CFC-E2F81AF6068A}"/>
              </a:ext>
            </a:extLst>
          </p:cNvPr>
          <p:cNvSpPr/>
          <p:nvPr/>
        </p:nvSpPr>
        <p:spPr>
          <a:xfrm>
            <a:off x="7475485" y="1343310"/>
            <a:ext cx="99603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F882EA0-866E-47FC-DE48-0D04135E4973}"/>
              </a:ext>
            </a:extLst>
          </p:cNvPr>
          <p:cNvSpPr/>
          <p:nvPr/>
        </p:nvSpPr>
        <p:spPr>
          <a:xfrm>
            <a:off x="7490330" y="1398411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8A10608-A533-8E3B-BC6F-96A9D0F7B4FF}"/>
              </a:ext>
            </a:extLst>
          </p:cNvPr>
          <p:cNvSpPr/>
          <p:nvPr/>
        </p:nvSpPr>
        <p:spPr>
          <a:xfrm>
            <a:off x="6408968" y="2255282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 ,S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327945-C55A-F901-DBDC-4883438B4A9B}"/>
              </a:ext>
            </a:extLst>
          </p:cNvPr>
          <p:cNvSpPr/>
          <p:nvPr/>
        </p:nvSpPr>
        <p:spPr>
          <a:xfrm>
            <a:off x="6313462" y="2262657"/>
            <a:ext cx="959428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5D7346A-D7B4-8231-E4F5-35998255B67C}"/>
                  </a:ext>
                </a:extLst>
              </p:cNvPr>
              <p:cNvSpPr/>
              <p:nvPr/>
            </p:nvSpPr>
            <p:spPr>
              <a:xfrm>
                <a:off x="8390793" y="1157147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5D7346A-D7B4-8231-E4F5-35998255B6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793" y="1157147"/>
                <a:ext cx="364677" cy="315690"/>
              </a:xfrm>
              <a:prstGeom prst="rect">
                <a:avLst/>
              </a:prstGeom>
              <a:blipFill>
                <a:blip r:embed="rId24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8F707E53-0EE8-DD44-AB99-F880C3A63826}"/>
                  </a:ext>
                </a:extLst>
              </p:cNvPr>
              <p:cNvSpPr/>
              <p:nvPr/>
            </p:nvSpPr>
            <p:spPr>
              <a:xfrm>
                <a:off x="5931691" y="2448466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7</a:t>
                </a: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8F707E53-0EE8-DD44-AB99-F880C3A63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691" y="2448466"/>
                <a:ext cx="364677" cy="315690"/>
              </a:xfrm>
              <a:prstGeom prst="rect">
                <a:avLst/>
              </a:prstGeom>
              <a:blipFill>
                <a:blip r:embed="rId25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0F2E091-B45F-C837-563A-3CB9509E4E29}"/>
              </a:ext>
            </a:extLst>
          </p:cNvPr>
          <p:cNvCxnSpPr>
            <a:endCxn id="69" idx="1"/>
          </p:cNvCxnSpPr>
          <p:nvPr/>
        </p:nvCxnSpPr>
        <p:spPr>
          <a:xfrm flipV="1">
            <a:off x="4975330" y="1139260"/>
            <a:ext cx="1309080" cy="35295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C487D32-D2A7-904D-A925-A2926636ED99}"/>
                  </a:ext>
                </a:extLst>
              </p:cNvPr>
              <p:cNvSpPr/>
              <p:nvPr/>
            </p:nvSpPr>
            <p:spPr>
              <a:xfrm rot="20658418">
                <a:off x="5045759" y="1294639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C487D32-D2A7-904D-A925-A2926636E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418">
                <a:off x="5045759" y="1294639"/>
                <a:ext cx="1138981" cy="429992"/>
              </a:xfrm>
              <a:prstGeom prst="rect">
                <a:avLst/>
              </a:prstGeom>
              <a:blipFill>
                <a:blip r:embed="rId26"/>
                <a:stretch>
                  <a:fillRect l="-4500" r="-5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DE3E5E2-027B-BC8D-8947-AFCC03E1539F}"/>
              </a:ext>
            </a:extLst>
          </p:cNvPr>
          <p:cNvCxnSpPr>
            <a:endCxn id="75" idx="1"/>
          </p:cNvCxnSpPr>
          <p:nvPr/>
        </p:nvCxnSpPr>
        <p:spPr>
          <a:xfrm flipV="1">
            <a:off x="4963222" y="1586190"/>
            <a:ext cx="2527108" cy="35188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97181FC-F79C-A5B2-2473-2615610740EA}"/>
                  </a:ext>
                </a:extLst>
              </p:cNvPr>
              <p:cNvSpPr/>
              <p:nvPr/>
            </p:nvSpPr>
            <p:spPr>
              <a:xfrm rot="21092284">
                <a:off x="6258243" y="1623448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97181FC-F79C-A5B2-2473-261561074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92284">
                <a:off x="6258243" y="1623448"/>
                <a:ext cx="1138981" cy="429992"/>
              </a:xfrm>
              <a:prstGeom prst="rect">
                <a:avLst/>
              </a:prstGeom>
              <a:blipFill>
                <a:blip r:embed="rId27"/>
                <a:stretch>
                  <a:fillRect l="-5102" r="-5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8F9FD14-5951-BB50-FD7E-C9C2E65FA062}"/>
              </a:ext>
            </a:extLst>
          </p:cNvPr>
          <p:cNvCxnSpPr/>
          <p:nvPr/>
        </p:nvCxnSpPr>
        <p:spPr>
          <a:xfrm>
            <a:off x="4965819" y="2235971"/>
            <a:ext cx="1347643" cy="2362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FDF795B-CDB2-9A33-76B6-0AA0780B0284}"/>
                  </a:ext>
                </a:extLst>
              </p:cNvPr>
              <p:cNvSpPr/>
              <p:nvPr/>
            </p:nvSpPr>
            <p:spPr>
              <a:xfrm rot="552552">
                <a:off x="5127965" y="1965851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FDF795B-CDB2-9A33-76B6-0AA0780B0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52552">
                <a:off x="5127965" y="1965851"/>
                <a:ext cx="1138981" cy="429992"/>
              </a:xfrm>
              <a:prstGeom prst="rect">
                <a:avLst/>
              </a:prstGeom>
              <a:blipFill>
                <a:blip r:embed="rId28"/>
                <a:stretch>
                  <a:fillRect l="-5584" r="-3553" b="-29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>
            <a:extLst>
              <a:ext uri="{FF2B5EF4-FFF2-40B4-BE49-F238E27FC236}">
                <a16:creationId xmlns:a16="http://schemas.microsoft.com/office/drawing/2014/main" id="{7A1BC7AE-AA42-5D5F-8A2A-E375C4A3DDB9}"/>
              </a:ext>
            </a:extLst>
          </p:cNvPr>
          <p:cNvSpPr/>
          <p:nvPr/>
        </p:nvSpPr>
        <p:spPr>
          <a:xfrm>
            <a:off x="8785063" y="3625627"/>
            <a:ext cx="130917" cy="1614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C0E0151-64DE-0321-F0AE-CF9CEE1A27EF}"/>
              </a:ext>
            </a:extLst>
          </p:cNvPr>
          <p:cNvSpPr/>
          <p:nvPr/>
        </p:nvSpPr>
        <p:spPr>
          <a:xfrm>
            <a:off x="9135061" y="3622046"/>
            <a:ext cx="191475" cy="202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5D8673B-4444-7A10-6815-1B1FFDEB4682}"/>
              </a:ext>
            </a:extLst>
          </p:cNvPr>
          <p:cNvSpPr/>
          <p:nvPr/>
        </p:nvSpPr>
        <p:spPr>
          <a:xfrm>
            <a:off x="6966972" y="3593825"/>
            <a:ext cx="235435" cy="230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8FE32A3-BCA8-63D8-5876-B96C151D7BAD}"/>
              </a:ext>
            </a:extLst>
          </p:cNvPr>
          <p:cNvSpPr/>
          <p:nvPr/>
        </p:nvSpPr>
        <p:spPr>
          <a:xfrm>
            <a:off x="7496342" y="3602087"/>
            <a:ext cx="248825" cy="222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937D414-B70C-E74E-A282-A72C3409D164}"/>
              </a:ext>
            </a:extLst>
          </p:cNvPr>
          <p:cNvSpPr/>
          <p:nvPr/>
        </p:nvSpPr>
        <p:spPr>
          <a:xfrm>
            <a:off x="7922939" y="3909210"/>
            <a:ext cx="665884" cy="194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5C9E711-BF3D-3A5B-0F08-15EACB243025}"/>
              </a:ext>
            </a:extLst>
          </p:cNvPr>
          <p:cNvSpPr/>
          <p:nvPr/>
        </p:nvSpPr>
        <p:spPr>
          <a:xfrm>
            <a:off x="9135061" y="4152475"/>
            <a:ext cx="225068" cy="2018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E593775-3790-F39A-35AC-38CF0DCAC4DF}"/>
              </a:ext>
            </a:extLst>
          </p:cNvPr>
          <p:cNvSpPr/>
          <p:nvPr/>
        </p:nvSpPr>
        <p:spPr>
          <a:xfrm>
            <a:off x="6976192" y="4158396"/>
            <a:ext cx="228120" cy="237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921F780-46E7-1F87-56A1-DA9D345418D0}"/>
              </a:ext>
            </a:extLst>
          </p:cNvPr>
          <p:cNvSpPr/>
          <p:nvPr/>
        </p:nvSpPr>
        <p:spPr>
          <a:xfrm>
            <a:off x="7499558" y="4152475"/>
            <a:ext cx="228120" cy="237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313FF8-DD63-61DB-0491-8ECB846EB4D3}"/>
              </a:ext>
            </a:extLst>
          </p:cNvPr>
          <p:cNvSpPr/>
          <p:nvPr/>
        </p:nvSpPr>
        <p:spPr>
          <a:xfrm>
            <a:off x="9097248" y="4441154"/>
            <a:ext cx="275153" cy="264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6952E03-46E8-9BA0-EAB9-BC4B47970EEE}"/>
              </a:ext>
            </a:extLst>
          </p:cNvPr>
          <p:cNvSpPr/>
          <p:nvPr/>
        </p:nvSpPr>
        <p:spPr>
          <a:xfrm>
            <a:off x="6947716" y="4449155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51F974E-1538-7649-D1D7-8897E4010318}"/>
              </a:ext>
            </a:extLst>
          </p:cNvPr>
          <p:cNvSpPr/>
          <p:nvPr/>
        </p:nvSpPr>
        <p:spPr>
          <a:xfrm>
            <a:off x="7499558" y="4453619"/>
            <a:ext cx="228120" cy="197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6731FF6-EEA3-E31B-DF6F-29CBD5FD1BE4}"/>
              </a:ext>
            </a:extLst>
          </p:cNvPr>
          <p:cNvSpPr/>
          <p:nvPr/>
        </p:nvSpPr>
        <p:spPr>
          <a:xfrm>
            <a:off x="6941005" y="4747781"/>
            <a:ext cx="263306" cy="219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62B0A84-EF2D-D7D3-BFEC-52A02840F7D6}"/>
              </a:ext>
            </a:extLst>
          </p:cNvPr>
          <p:cNvSpPr/>
          <p:nvPr/>
        </p:nvSpPr>
        <p:spPr>
          <a:xfrm>
            <a:off x="7483381" y="4763127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4E25A3-5112-780B-B35C-84EC6FC09329}"/>
              </a:ext>
            </a:extLst>
          </p:cNvPr>
          <p:cNvSpPr/>
          <p:nvPr/>
        </p:nvSpPr>
        <p:spPr>
          <a:xfrm>
            <a:off x="8124780" y="5051927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4E5508E-89DF-032C-BF47-C2D86EB45AB5}"/>
              </a:ext>
            </a:extLst>
          </p:cNvPr>
          <p:cNvSpPr/>
          <p:nvPr/>
        </p:nvSpPr>
        <p:spPr>
          <a:xfrm>
            <a:off x="9097248" y="5368572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E48E8BC-BB35-B90D-9B19-ED356BCE9274}"/>
              </a:ext>
            </a:extLst>
          </p:cNvPr>
          <p:cNvSpPr/>
          <p:nvPr/>
        </p:nvSpPr>
        <p:spPr>
          <a:xfrm>
            <a:off x="6964046" y="5368572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A59DED5-5385-90F3-1534-776CF34418A5}"/>
              </a:ext>
            </a:extLst>
          </p:cNvPr>
          <p:cNvSpPr/>
          <p:nvPr/>
        </p:nvSpPr>
        <p:spPr>
          <a:xfrm>
            <a:off x="7498199" y="5351892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2493260-B015-273A-80E8-3B9BC719A112}"/>
              </a:ext>
            </a:extLst>
          </p:cNvPr>
          <p:cNvSpPr/>
          <p:nvPr/>
        </p:nvSpPr>
        <p:spPr>
          <a:xfrm>
            <a:off x="8119825" y="5668486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F5D3B81-AAB4-D920-AEE8-8A15177B283E}"/>
              </a:ext>
            </a:extLst>
          </p:cNvPr>
          <p:cNvSpPr/>
          <p:nvPr/>
        </p:nvSpPr>
        <p:spPr>
          <a:xfrm>
            <a:off x="6976192" y="5933591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734ED6-D9C6-395F-ACEA-6E2CDFCE7F6E}"/>
              </a:ext>
            </a:extLst>
          </p:cNvPr>
          <p:cNvSpPr/>
          <p:nvPr/>
        </p:nvSpPr>
        <p:spPr>
          <a:xfrm>
            <a:off x="7487678" y="5940657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E48D167-B267-D3D5-B8B3-561E64E80935}"/>
              </a:ext>
            </a:extLst>
          </p:cNvPr>
          <p:cNvSpPr/>
          <p:nvPr/>
        </p:nvSpPr>
        <p:spPr>
          <a:xfrm>
            <a:off x="8125676" y="6220601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536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3" presetClass="emph" presetSubtype="2" dur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3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3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5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8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18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4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9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3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6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6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3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6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310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313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18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2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337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34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5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8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1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362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36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3" presetClass="emph" presetSubtype="2" dur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3" presetClass="emph" presetSubtype="2" dur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1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  <p:bldP spid="21" grpId="0"/>
      <p:bldP spid="21" grpId="1"/>
      <p:bldP spid="22" grpId="0"/>
      <p:bldP spid="22" grpId="1"/>
      <p:bldP spid="24" grpId="0"/>
      <p:bldP spid="24" grpId="1"/>
      <p:bldP spid="25" grpId="0"/>
      <p:bldP spid="25" grpId="1"/>
      <p:bldP spid="33" grpId="0"/>
      <p:bldP spid="33" grpId="1"/>
      <p:bldP spid="35" grpId="0"/>
      <p:bldP spid="35" grpId="1"/>
      <p:bldP spid="68" grpId="0"/>
      <p:bldP spid="68" grpId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1D83DAE5-F994-4388-A156-80B426A406F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941621-3B54-9D81-3D97-C390BEE4B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086" y="863444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C2504-C4D3-9657-1372-9A53A3A53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279" y="1958006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06368-E5DA-06CF-B100-926441B11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292" y="1961041"/>
            <a:ext cx="3258632" cy="45720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F3CB7-C29E-3CA6-41CE-D2D8957EC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279" y="2680143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27F09-C054-1572-4425-C6859D503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781" y="3336894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713080-5C38-2EDD-6BF3-FC6C6614E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1064" y="3646140"/>
            <a:ext cx="1492094" cy="399545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0A3F1B-F599-92AF-4509-BF5D917E2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1706" y="2672798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0E072-B70B-940B-88AC-6A7F46C9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949" y="5498468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D2E092-A7F3-D441-F9CB-B9615F92C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0022" y="4823979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4DC9AA-A80A-A1F4-DA9B-364701BC6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693" y="4171430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42535E51-C00D-B175-0F14-4DD1B225C751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721461" y="1292069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AB9DBE5C-BDD5-25AC-D63C-D8E3CC39796C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5898524" y="1292069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1CD83FEF-5723-AE9C-214A-ADD68BECF5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9626" y="2394576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45FEEFAD-3C3D-B36B-2B0B-95211CDCF5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4004" y="290770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667B493-F30D-7DD6-37EA-8B96CDD47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120" y="5186897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236CA0-46F5-F72C-480E-5EEE53BDD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461" y="4505575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0AB818-BB6F-4874-2A68-DC6E3A8610C6}"/>
              </a:ext>
            </a:extLst>
          </p:cNvPr>
          <p:cNvSpPr/>
          <p:nvPr/>
        </p:nvSpPr>
        <p:spPr>
          <a:xfrm>
            <a:off x="1703989" y="188484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4C20EC-54F3-7B79-E8A7-19699861C12E}"/>
              </a:ext>
            </a:extLst>
          </p:cNvPr>
          <p:cNvSpPr/>
          <p:nvPr/>
        </p:nvSpPr>
        <p:spPr>
          <a:xfrm>
            <a:off x="6131994" y="1884841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799C58C0-00BD-253E-FC95-36EFADB590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94646" y="383821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EFD18B72-29EB-A7C0-0123-4281EBCD3B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29387" y="473509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EAF50836-EB92-AC67-59A4-D17ED20430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14832" y="5514136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8164C24-BB1A-2257-1D00-B4CDD5E65560}"/>
              </a:ext>
            </a:extLst>
          </p:cNvPr>
          <p:cNvCxnSpPr/>
          <p:nvPr/>
        </p:nvCxnSpPr>
        <p:spPr>
          <a:xfrm flipH="1" flipV="1">
            <a:off x="3329387" y="4341626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77AD5977-F1F6-AA4A-763E-755BDD4162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3686" y="2434603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BE4D03F5-F67B-0D85-B102-30F04DE9D9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8064" y="294772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BBF63A85-008E-2073-AA58-A91B8FE9C3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58706" y="387824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6FB67E01-B806-5453-6F5C-F4265761A0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10693" y="4341626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70113C4B-A9FE-2CB9-6889-840F9C7818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27528" y="501999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4F85DE-2DE9-2E5F-7C56-9B32C3FD18A5}"/>
              </a:ext>
            </a:extLst>
          </p:cNvPr>
          <p:cNvCxnSpPr/>
          <p:nvPr/>
        </p:nvCxnSpPr>
        <p:spPr>
          <a:xfrm flipV="1">
            <a:off x="7808683" y="4045173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1C66348F-8E04-190E-3FAF-5CFF3C2C39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89332" y="5710499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1557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74F6B-E512-0E63-4100-5BF3A63D9A37}"/>
              </a:ext>
            </a:extLst>
          </p:cNvPr>
          <p:cNvSpPr/>
          <p:nvPr/>
        </p:nvSpPr>
        <p:spPr>
          <a:xfrm>
            <a:off x="6218089" y="3623517"/>
            <a:ext cx="1131662" cy="340901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F3F50B-D5F8-1A7D-B60E-9BDFC037EE4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LALR(1)- look ahead LR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C0F17-2DF4-4957-D351-1F5D858F0C19}"/>
              </a:ext>
            </a:extLst>
          </p:cNvPr>
          <p:cNvSpPr/>
          <p:nvPr/>
        </p:nvSpPr>
        <p:spPr>
          <a:xfrm>
            <a:off x="1889134" y="5629965"/>
            <a:ext cx="17907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E47A1"/>
                </a:solidFill>
                <a:latin typeface="+mj-lt"/>
              </a:rPr>
              <a:t>S </a:t>
            </a:r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AA</a:t>
            </a:r>
          </a:p>
          <a:p>
            <a:r>
              <a:rPr lang="en-US" sz="24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A  aA | b</a:t>
            </a:r>
            <a:endParaRPr lang="en-US" sz="2400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50ACB-3098-DA87-366B-B7E920A778AA}"/>
              </a:ext>
            </a:extLst>
          </p:cNvPr>
          <p:cNvSpPr/>
          <p:nvPr/>
        </p:nvSpPr>
        <p:spPr>
          <a:xfrm>
            <a:off x="1974224" y="2367585"/>
            <a:ext cx="772215" cy="324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.S,$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35065-4081-1477-C1AD-D330842D5EBE}"/>
              </a:ext>
            </a:extLst>
          </p:cNvPr>
          <p:cNvSpPr/>
          <p:nvPr/>
        </p:nvSpPr>
        <p:spPr>
          <a:xfrm>
            <a:off x="1945103" y="2810492"/>
            <a:ext cx="979693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.AA,$</a:t>
            </a:r>
            <a:endParaRPr lang="en-US">
              <a:solidFill>
                <a:schemeClr val="tx1"/>
              </a:solidFill>
              <a:latin typeface="+mj-lt"/>
            </a:endParaRPr>
          </a:p>
          <a:p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C00005-8945-5D47-C9A3-1AF6C8F96394}"/>
              </a:ext>
            </a:extLst>
          </p:cNvPr>
          <p:cNvSpPr/>
          <p:nvPr/>
        </p:nvSpPr>
        <p:spPr>
          <a:xfrm>
            <a:off x="1915232" y="3053384"/>
            <a:ext cx="1156241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7E7611-8EE5-3E95-6BDD-63B12539AC19}"/>
              </a:ext>
            </a:extLst>
          </p:cNvPr>
          <p:cNvSpPr/>
          <p:nvPr/>
        </p:nvSpPr>
        <p:spPr>
          <a:xfrm>
            <a:off x="1935424" y="3428941"/>
            <a:ext cx="100259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A.b,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CAB9E-28C9-7D34-F911-D1239BEAC34F}"/>
              </a:ext>
            </a:extLst>
          </p:cNvPr>
          <p:cNvSpPr/>
          <p:nvPr/>
        </p:nvSpPr>
        <p:spPr>
          <a:xfrm>
            <a:off x="1889135" y="2291385"/>
            <a:ext cx="1173388" cy="15240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F8BAF-85B9-4809-A8EA-361E881E163D}"/>
              </a:ext>
            </a:extLst>
          </p:cNvPr>
          <p:cNvSpPr/>
          <p:nvPr/>
        </p:nvSpPr>
        <p:spPr>
          <a:xfrm>
            <a:off x="1989906" y="1352187"/>
            <a:ext cx="865234" cy="236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S’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S.,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6D0BB-3FE1-C46D-C90D-E589A79463B6}"/>
              </a:ext>
            </a:extLst>
          </p:cNvPr>
          <p:cNvSpPr/>
          <p:nvPr/>
        </p:nvSpPr>
        <p:spPr>
          <a:xfrm>
            <a:off x="1923438" y="1232748"/>
            <a:ext cx="967010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A8878-AB3E-1CD5-60EA-1FF9391B2F0A}"/>
              </a:ext>
            </a:extLst>
          </p:cNvPr>
          <p:cNvSpPr/>
          <p:nvPr/>
        </p:nvSpPr>
        <p:spPr>
          <a:xfrm>
            <a:off x="4023611" y="2144427"/>
            <a:ext cx="934919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75762-1A50-7219-8887-69874F5CFBD6}"/>
              </a:ext>
            </a:extLst>
          </p:cNvPr>
          <p:cNvSpPr/>
          <p:nvPr/>
        </p:nvSpPr>
        <p:spPr>
          <a:xfrm>
            <a:off x="4023612" y="2519984"/>
            <a:ext cx="89310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B6752D-1EA6-270B-4BB5-0CFC657D84F8}"/>
              </a:ext>
            </a:extLst>
          </p:cNvPr>
          <p:cNvSpPr/>
          <p:nvPr/>
        </p:nvSpPr>
        <p:spPr>
          <a:xfrm>
            <a:off x="4029055" y="2895541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1839D3-12B7-78BB-5C02-52247F3DFFBF}"/>
              </a:ext>
            </a:extLst>
          </p:cNvPr>
          <p:cNvSpPr/>
          <p:nvPr/>
        </p:nvSpPr>
        <p:spPr>
          <a:xfrm>
            <a:off x="3985517" y="2062785"/>
            <a:ext cx="961811" cy="12083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CB3C06-25B1-CBC7-E192-8DA068933CA2}"/>
              </a:ext>
            </a:extLst>
          </p:cNvPr>
          <p:cNvSpPr/>
          <p:nvPr/>
        </p:nvSpPr>
        <p:spPr>
          <a:xfrm>
            <a:off x="3951067" y="4502728"/>
            <a:ext cx="1247432" cy="364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52424F-F1A8-634D-EE66-B1A7145F355F}"/>
              </a:ext>
            </a:extLst>
          </p:cNvPr>
          <p:cNvSpPr/>
          <p:nvPr/>
        </p:nvSpPr>
        <p:spPr>
          <a:xfrm>
            <a:off x="3951932" y="4846932"/>
            <a:ext cx="10920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a|b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C4874B-115A-57DB-C181-68C22896B072}"/>
              </a:ext>
            </a:extLst>
          </p:cNvPr>
          <p:cNvSpPr/>
          <p:nvPr/>
        </p:nvSpPr>
        <p:spPr>
          <a:xfrm>
            <a:off x="3890249" y="3978674"/>
            <a:ext cx="118637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C64BC-5DCD-D7DF-3FBD-1729435C2088}"/>
              </a:ext>
            </a:extLst>
          </p:cNvPr>
          <p:cNvSpPr/>
          <p:nvPr/>
        </p:nvSpPr>
        <p:spPr>
          <a:xfrm>
            <a:off x="3956953" y="4150590"/>
            <a:ext cx="111967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Aa.A,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5E2875-9EB1-4EC1-D54A-B93983FAAE1D}"/>
              </a:ext>
            </a:extLst>
          </p:cNvPr>
          <p:cNvSpPr/>
          <p:nvPr/>
        </p:nvSpPr>
        <p:spPr>
          <a:xfrm>
            <a:off x="1925210" y="4976253"/>
            <a:ext cx="125503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</a:t>
            </a:r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9B307A-75B9-C9CF-B293-E1F4343DF8C0}"/>
              </a:ext>
            </a:extLst>
          </p:cNvPr>
          <p:cNvSpPr/>
          <p:nvPr/>
        </p:nvSpPr>
        <p:spPr>
          <a:xfrm>
            <a:off x="1868101" y="4946104"/>
            <a:ext cx="1135429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B23DD3-0D6C-8794-6B6F-7F4A3C34F7AC}"/>
              </a:ext>
            </a:extLst>
          </p:cNvPr>
          <p:cNvSpPr/>
          <p:nvPr/>
        </p:nvSpPr>
        <p:spPr>
          <a:xfrm>
            <a:off x="5815690" y="1660708"/>
            <a:ext cx="9505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631468-2185-7807-C857-7FA0063D1B20}"/>
              </a:ext>
            </a:extLst>
          </p:cNvPr>
          <p:cNvSpPr/>
          <p:nvPr/>
        </p:nvSpPr>
        <p:spPr>
          <a:xfrm>
            <a:off x="5896139" y="2020095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6F6230-84EC-6CB2-C4E9-D2D11928FD45}"/>
              </a:ext>
            </a:extLst>
          </p:cNvPr>
          <p:cNvSpPr/>
          <p:nvPr/>
        </p:nvSpPr>
        <p:spPr>
          <a:xfrm>
            <a:off x="5776379" y="1209602"/>
            <a:ext cx="99603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9777E9-3838-BB41-2DD8-A4536545C385}"/>
              </a:ext>
            </a:extLst>
          </p:cNvPr>
          <p:cNvSpPr/>
          <p:nvPr/>
        </p:nvSpPr>
        <p:spPr>
          <a:xfrm>
            <a:off x="5805972" y="1264703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F698A2-F6B5-7297-C82D-AC5AD42F8E00}"/>
              </a:ext>
            </a:extLst>
          </p:cNvPr>
          <p:cNvSpPr/>
          <p:nvPr/>
        </p:nvSpPr>
        <p:spPr>
          <a:xfrm>
            <a:off x="6268755" y="2816974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 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835C31-1832-AF22-8B28-489670D4E774}"/>
              </a:ext>
            </a:extLst>
          </p:cNvPr>
          <p:cNvSpPr/>
          <p:nvPr/>
        </p:nvSpPr>
        <p:spPr>
          <a:xfrm>
            <a:off x="6209808" y="2865968"/>
            <a:ext cx="959428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CE583B-15C4-DB04-C8DA-7B65F6FE11A3}"/>
              </a:ext>
            </a:extLst>
          </p:cNvPr>
          <p:cNvSpPr/>
          <p:nvPr/>
        </p:nvSpPr>
        <p:spPr>
          <a:xfrm>
            <a:off x="6223545" y="4906675"/>
            <a:ext cx="1189752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71EEF5-0C4D-C8DD-B56F-B4BDDF1458AC}"/>
              </a:ext>
            </a:extLst>
          </p:cNvPr>
          <p:cNvSpPr/>
          <p:nvPr/>
        </p:nvSpPr>
        <p:spPr>
          <a:xfrm>
            <a:off x="6228987" y="5282232"/>
            <a:ext cx="1120763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A.b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32C950-11B4-E78A-BECF-CF4A775DD053}"/>
              </a:ext>
            </a:extLst>
          </p:cNvPr>
          <p:cNvSpPr/>
          <p:nvPr/>
        </p:nvSpPr>
        <p:spPr>
          <a:xfrm>
            <a:off x="6166705" y="4367170"/>
            <a:ext cx="1295793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A6BEDE-B9A7-7815-B85E-DFEAF9B0F925}"/>
              </a:ext>
            </a:extLst>
          </p:cNvPr>
          <p:cNvSpPr/>
          <p:nvPr/>
        </p:nvSpPr>
        <p:spPr>
          <a:xfrm>
            <a:off x="6218089" y="4542078"/>
            <a:ext cx="136875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</a:t>
            </a:r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a.A 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89CA16-2CD1-03CA-3C9B-584A65183C5C}"/>
              </a:ext>
            </a:extLst>
          </p:cNvPr>
          <p:cNvSpPr/>
          <p:nvPr/>
        </p:nvSpPr>
        <p:spPr>
          <a:xfrm>
            <a:off x="6196324" y="6019741"/>
            <a:ext cx="1036806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a|b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E420C1-EBE1-0648-9986-2416E6401587}"/>
              </a:ext>
            </a:extLst>
          </p:cNvPr>
          <p:cNvSpPr/>
          <p:nvPr/>
        </p:nvSpPr>
        <p:spPr>
          <a:xfrm>
            <a:off x="6087065" y="5981575"/>
            <a:ext cx="1190579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B4ACDA-359B-CE6D-6582-F39F5E38BF13}"/>
              </a:ext>
            </a:extLst>
          </p:cNvPr>
          <p:cNvSpPr/>
          <p:nvPr/>
        </p:nvSpPr>
        <p:spPr>
          <a:xfrm>
            <a:off x="3883803" y="1162143"/>
            <a:ext cx="983452" cy="287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S</a:t>
            </a:r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 AA. ,$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C7E3AE-8AFC-B63A-6A31-2E8345B3CE1A}"/>
              </a:ext>
            </a:extLst>
          </p:cNvPr>
          <p:cNvSpPr/>
          <p:nvPr/>
        </p:nvSpPr>
        <p:spPr>
          <a:xfrm>
            <a:off x="3836517" y="1061298"/>
            <a:ext cx="1026962" cy="48985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1A06BC-55B2-32BC-D952-37269DAF1F39}"/>
              </a:ext>
            </a:extLst>
          </p:cNvPr>
          <p:cNvSpPr/>
          <p:nvPr/>
        </p:nvSpPr>
        <p:spPr>
          <a:xfrm>
            <a:off x="6167225" y="3596303"/>
            <a:ext cx="1182526" cy="386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877AD56-1A58-26C5-9D19-FF8220649053}"/>
              </a:ext>
            </a:extLst>
          </p:cNvPr>
          <p:cNvCxnSpPr/>
          <p:nvPr/>
        </p:nvCxnSpPr>
        <p:spPr>
          <a:xfrm flipH="1" flipV="1">
            <a:off x="2342684" y="1707640"/>
            <a:ext cx="1294" cy="57607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FF0365-0EE5-B465-2940-167FE40514E3}"/>
              </a:ext>
            </a:extLst>
          </p:cNvPr>
          <p:cNvCxnSpPr>
            <a:stCxn id="9" idx="3"/>
          </p:cNvCxnSpPr>
          <p:nvPr/>
        </p:nvCxnSpPr>
        <p:spPr>
          <a:xfrm flipV="1">
            <a:off x="3062523" y="2337661"/>
            <a:ext cx="931199" cy="7157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58C9FF-B6A7-603F-D42A-07B6A2C9CD0E}"/>
              </a:ext>
            </a:extLst>
          </p:cNvPr>
          <p:cNvCxnSpPr/>
          <p:nvPr/>
        </p:nvCxnSpPr>
        <p:spPr>
          <a:xfrm>
            <a:off x="3038166" y="3785705"/>
            <a:ext cx="845637" cy="106458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053AD7D-443C-77C4-72A1-15C5F22C7CBB}"/>
              </a:ext>
            </a:extLst>
          </p:cNvPr>
          <p:cNvCxnSpPr/>
          <p:nvPr/>
        </p:nvCxnSpPr>
        <p:spPr>
          <a:xfrm flipH="1" flipV="1">
            <a:off x="2354324" y="3826266"/>
            <a:ext cx="0" cy="1115568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2722A8-2137-0E48-CE97-5B7417B93B25}"/>
              </a:ext>
            </a:extLst>
          </p:cNvPr>
          <p:cNvCxnSpPr/>
          <p:nvPr/>
        </p:nvCxnSpPr>
        <p:spPr>
          <a:xfrm flipH="1" flipV="1">
            <a:off x="4280483" y="1542993"/>
            <a:ext cx="0" cy="52120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CD8AF66-1BD2-F27B-C5FA-178530C9D427}"/>
              </a:ext>
            </a:extLst>
          </p:cNvPr>
          <p:cNvCxnSpPr/>
          <p:nvPr/>
        </p:nvCxnSpPr>
        <p:spPr>
          <a:xfrm flipV="1">
            <a:off x="4942201" y="1468811"/>
            <a:ext cx="847442" cy="87972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8F40DE-794D-B278-69B3-E2ADCFC72388}"/>
              </a:ext>
            </a:extLst>
          </p:cNvPr>
          <p:cNvCxnSpPr/>
          <p:nvPr/>
        </p:nvCxnSpPr>
        <p:spPr>
          <a:xfrm flipV="1">
            <a:off x="4941947" y="3071797"/>
            <a:ext cx="1280160" cy="2413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3DDE57-167E-C0F2-789E-7E6EFE9082B2}"/>
              </a:ext>
            </a:extLst>
          </p:cNvPr>
          <p:cNvCxnSpPr/>
          <p:nvPr/>
        </p:nvCxnSpPr>
        <p:spPr>
          <a:xfrm flipV="1">
            <a:off x="5076624" y="3789525"/>
            <a:ext cx="1074272" cy="73662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915DF88-15BD-CB94-72A3-04571FE60392}"/>
              </a:ext>
            </a:extLst>
          </p:cNvPr>
          <p:cNvCxnSpPr/>
          <p:nvPr/>
        </p:nvCxnSpPr>
        <p:spPr>
          <a:xfrm>
            <a:off x="5092432" y="4867397"/>
            <a:ext cx="1069848" cy="93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8034F1-6B1A-7CA6-471F-FAAF9493A71F}"/>
              </a:ext>
            </a:extLst>
          </p:cNvPr>
          <p:cNvCxnSpPr/>
          <p:nvPr/>
        </p:nvCxnSpPr>
        <p:spPr>
          <a:xfrm>
            <a:off x="5076624" y="5244802"/>
            <a:ext cx="1007775" cy="79805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A302054-A35D-5B89-782D-10A14390A79C}"/>
                  </a:ext>
                </a:extLst>
              </p:cNvPr>
              <p:cNvSpPr/>
              <p:nvPr/>
            </p:nvSpPr>
            <p:spPr>
              <a:xfrm>
                <a:off x="1889134" y="1958007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A302054-A35D-5B89-782D-10A14390A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134" y="1958007"/>
                <a:ext cx="364677" cy="315690"/>
              </a:xfrm>
              <a:prstGeom prst="rect">
                <a:avLst/>
              </a:prstGeom>
              <a:blipFill>
                <a:blip r:embed="rId2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7C8FEDD-91BA-DA88-47A1-94B301B263C6}"/>
                  </a:ext>
                </a:extLst>
              </p:cNvPr>
              <p:cNvSpPr/>
              <p:nvPr/>
            </p:nvSpPr>
            <p:spPr>
              <a:xfrm>
                <a:off x="2908487" y="1344324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7C8FEDD-91BA-DA88-47A1-94B301B26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487" y="1344324"/>
                <a:ext cx="364677" cy="315690"/>
              </a:xfrm>
              <a:prstGeom prst="rect">
                <a:avLst/>
              </a:prstGeom>
              <a:blipFill>
                <a:blip r:embed="rId3"/>
                <a:stretch>
                  <a:fillRect l="-3333" b="-98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29F9B0C-BFA7-9447-1B96-6EDE95E0C5C2}"/>
                  </a:ext>
                </a:extLst>
              </p:cNvPr>
              <p:cNvSpPr/>
              <p:nvPr/>
            </p:nvSpPr>
            <p:spPr>
              <a:xfrm>
                <a:off x="3907440" y="170899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baseline="-2500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29F9B0C-BFA7-9447-1B96-6EDE95E0C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40" y="1708999"/>
                <a:ext cx="364677" cy="315690"/>
              </a:xfrm>
              <a:prstGeom prst="rect">
                <a:avLst/>
              </a:prstGeom>
              <a:blipFill>
                <a:blip r:embed="rId4"/>
                <a:stretch>
                  <a:fillRect l="-3333" b="-9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08EC703-0109-4A94-461F-2E21EDAC7B98}"/>
                  </a:ext>
                </a:extLst>
              </p:cNvPr>
              <p:cNvSpPr/>
              <p:nvPr/>
            </p:nvSpPr>
            <p:spPr>
              <a:xfrm>
                <a:off x="3914215" y="3597665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08EC703-0109-4A94-461F-2E21EDAC7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215" y="3597665"/>
                <a:ext cx="364677" cy="315690"/>
              </a:xfrm>
              <a:prstGeom prst="rect">
                <a:avLst/>
              </a:prstGeom>
              <a:blipFill>
                <a:blip r:embed="rId5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1AB771B-C821-6016-7228-0EDE768FB205}"/>
                  </a:ext>
                </a:extLst>
              </p:cNvPr>
              <p:cNvSpPr/>
              <p:nvPr/>
            </p:nvSpPr>
            <p:spPr>
              <a:xfrm>
                <a:off x="7097822" y="325063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8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1AB771B-C821-6016-7228-0EDE768FB2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822" y="3250630"/>
                <a:ext cx="364677" cy="315690"/>
              </a:xfrm>
              <a:prstGeom prst="rect">
                <a:avLst/>
              </a:prstGeom>
              <a:blipFill>
                <a:blip r:embed="rId6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52C57BB-156B-6C10-C2A3-8848EDE1C464}"/>
                  </a:ext>
                </a:extLst>
              </p:cNvPr>
              <p:cNvSpPr/>
              <p:nvPr/>
            </p:nvSpPr>
            <p:spPr>
              <a:xfrm>
                <a:off x="3483168" y="101332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5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52C57BB-156B-6C10-C2A3-8848EDE1C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168" y="1013320"/>
                <a:ext cx="364677" cy="315690"/>
              </a:xfrm>
              <a:prstGeom prst="rect">
                <a:avLst/>
              </a:prstGeom>
              <a:blipFill>
                <a:blip r:embed="rId7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736245E-71D1-AF92-5F1E-FABB7104D6F7}"/>
                  </a:ext>
                </a:extLst>
              </p:cNvPr>
              <p:cNvSpPr/>
              <p:nvPr/>
            </p:nvSpPr>
            <p:spPr>
              <a:xfrm>
                <a:off x="6706435" y="1023439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736245E-71D1-AF92-5F1E-FABB7104D6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435" y="1023439"/>
                <a:ext cx="364677" cy="315690"/>
              </a:xfrm>
              <a:prstGeom prst="rect">
                <a:avLst/>
              </a:prstGeom>
              <a:blipFill>
                <a:blip r:embed="rId8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F1D93A7-5F57-8306-3CC3-B29CA7707DC5}"/>
                  </a:ext>
                </a:extLst>
              </p:cNvPr>
              <p:cNvSpPr/>
              <p:nvPr/>
            </p:nvSpPr>
            <p:spPr>
              <a:xfrm>
                <a:off x="7053614" y="4075257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</a:t>
                </a: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F1D93A7-5F57-8306-3CC3-B29CA7707D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614" y="4075257"/>
                <a:ext cx="364677" cy="315690"/>
              </a:xfrm>
              <a:prstGeom prst="rect">
                <a:avLst/>
              </a:prstGeom>
              <a:blipFill>
                <a:blip r:embed="rId9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938A336-59F4-5E20-3526-137FD26A9E76}"/>
                  </a:ext>
                </a:extLst>
              </p:cNvPr>
              <p:cNvSpPr/>
              <p:nvPr/>
            </p:nvSpPr>
            <p:spPr>
              <a:xfrm>
                <a:off x="6913373" y="2536178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7</a:t>
                </a: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938A336-59F4-5E20-3526-137FD26A9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373" y="2536178"/>
                <a:ext cx="364677" cy="315690"/>
              </a:xfrm>
              <a:prstGeom prst="rect">
                <a:avLst/>
              </a:prstGeom>
              <a:blipFill>
                <a:blip r:embed="rId10"/>
                <a:stretch>
                  <a:fillRect r="-1667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B9C25A1-46B4-3F97-0EB4-77E498CE4418}"/>
                  </a:ext>
                </a:extLst>
              </p:cNvPr>
              <p:cNvSpPr/>
              <p:nvPr/>
            </p:nvSpPr>
            <p:spPr>
              <a:xfrm>
                <a:off x="5721257" y="6101526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B9C25A1-46B4-3F97-0EB4-77E498CE4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257" y="6101526"/>
                <a:ext cx="364677" cy="315690"/>
              </a:xfrm>
              <a:prstGeom prst="rect">
                <a:avLst/>
              </a:prstGeom>
              <a:blipFill>
                <a:blip r:embed="rId11"/>
                <a:stretch>
                  <a:fillRect r="-1695"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F0ED89A-D5DD-D639-281A-D42C38445310}"/>
                  </a:ext>
                </a:extLst>
              </p:cNvPr>
              <p:cNvSpPr/>
              <p:nvPr/>
            </p:nvSpPr>
            <p:spPr>
              <a:xfrm>
                <a:off x="2949658" y="498927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F0ED89A-D5DD-D639-281A-D42C38445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58" y="4989272"/>
                <a:ext cx="364677" cy="315690"/>
              </a:xfrm>
              <a:prstGeom prst="rect">
                <a:avLst/>
              </a:prstGeom>
              <a:blipFill>
                <a:blip r:embed="rId12"/>
                <a:stretch>
                  <a:fillRect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DB8A740-DF87-680B-85CE-E65F888EC159}"/>
                  </a:ext>
                </a:extLst>
              </p:cNvPr>
              <p:cNvSpPr/>
              <p:nvPr/>
            </p:nvSpPr>
            <p:spPr>
              <a:xfrm>
                <a:off x="2452324" y="180902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DB8A740-DF87-680B-85CE-E65F888EC1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324" y="1809022"/>
                <a:ext cx="1138981" cy="429992"/>
              </a:xfrm>
              <a:prstGeom prst="rect">
                <a:avLst/>
              </a:prstGeom>
              <a:blipFill>
                <a:blip r:embed="rId13"/>
                <a:stretch>
                  <a:fillRect l="-6417" r="-5348" b="-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63922A1-C100-D2F0-3922-D6341FB70EE2}"/>
                  </a:ext>
                </a:extLst>
              </p:cNvPr>
              <p:cNvSpPr/>
              <p:nvPr/>
            </p:nvSpPr>
            <p:spPr>
              <a:xfrm rot="19185516">
                <a:off x="2946571" y="2724812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63922A1-C100-D2F0-3922-D6341FB70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85516">
                <a:off x="2946571" y="2724812"/>
                <a:ext cx="1138981" cy="429992"/>
              </a:xfrm>
              <a:prstGeom prst="rect">
                <a:avLst/>
              </a:prstGeom>
              <a:blipFill>
                <a:blip r:embed="rId14"/>
                <a:stretch>
                  <a:fillRect r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F05CE0D-4768-F07B-AFC9-92C507AAE8B5}"/>
                  </a:ext>
                </a:extLst>
              </p:cNvPr>
              <p:cNvSpPr/>
              <p:nvPr/>
            </p:nvSpPr>
            <p:spPr>
              <a:xfrm rot="2964624">
                <a:off x="2917706" y="3890754"/>
                <a:ext cx="1160000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F05CE0D-4768-F07B-AFC9-92C507AAE8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64624">
                <a:off x="2917706" y="3890754"/>
                <a:ext cx="1160000" cy="429992"/>
              </a:xfrm>
              <a:prstGeom prst="rect">
                <a:avLst/>
              </a:prstGeom>
              <a:blipFill>
                <a:blip r:embed="rId15"/>
                <a:stretch>
                  <a:fillRect b="-36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134B0D5-4152-A056-9093-774D55DD6282}"/>
                  </a:ext>
                </a:extLst>
              </p:cNvPr>
              <p:cNvSpPr/>
              <p:nvPr/>
            </p:nvSpPr>
            <p:spPr>
              <a:xfrm>
                <a:off x="2472991" y="4390947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134B0D5-4152-A056-9093-774D55DD6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991" y="4390947"/>
                <a:ext cx="1138981" cy="429992"/>
              </a:xfrm>
              <a:prstGeom prst="rect">
                <a:avLst/>
              </a:prstGeom>
              <a:blipFill>
                <a:blip r:embed="rId16"/>
                <a:stretch>
                  <a:fillRect l="-7487" r="-5348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E6A1FE2-2633-3A29-E5C1-22EC1015EDCC}"/>
                  </a:ext>
                </a:extLst>
              </p:cNvPr>
              <p:cNvSpPr/>
              <p:nvPr/>
            </p:nvSpPr>
            <p:spPr>
              <a:xfrm rot="18887556">
                <a:off x="4783016" y="2084748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E6A1FE2-2633-3A29-E5C1-22EC1015E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87556">
                <a:off x="4783016" y="2084748"/>
                <a:ext cx="1138981" cy="413614"/>
              </a:xfrm>
              <a:prstGeom prst="rect">
                <a:avLst/>
              </a:prstGeom>
              <a:blipFill>
                <a:blip r:embed="rId17"/>
                <a:stretch>
                  <a:fillRect r="-5000" b="-1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46BE676-D93E-47D4-CEA2-C6003D5B4371}"/>
                  </a:ext>
                </a:extLst>
              </p:cNvPr>
              <p:cNvSpPr/>
              <p:nvPr/>
            </p:nvSpPr>
            <p:spPr>
              <a:xfrm>
                <a:off x="4986590" y="3005738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46BE676-D93E-47D4-CEA2-C6003D5B4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590" y="3005738"/>
                <a:ext cx="1138981" cy="429992"/>
              </a:xfrm>
              <a:prstGeom prst="rect">
                <a:avLst/>
              </a:prstGeom>
              <a:blipFill>
                <a:blip r:embed="rId18"/>
                <a:stretch>
                  <a:fillRect l="-6952" r="-5348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8959171-9B21-E689-304D-AEF596463708}"/>
                  </a:ext>
                </a:extLst>
              </p:cNvPr>
              <p:cNvSpPr/>
              <p:nvPr/>
            </p:nvSpPr>
            <p:spPr>
              <a:xfrm>
                <a:off x="4331609" y="1562926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8959171-9B21-E689-304D-AEF596463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609" y="1562926"/>
                <a:ext cx="1138981" cy="429992"/>
              </a:xfrm>
              <a:prstGeom prst="rect">
                <a:avLst/>
              </a:prstGeom>
              <a:blipFill>
                <a:blip r:embed="rId19"/>
                <a:stretch>
                  <a:fillRect l="-8065" r="-6452"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4097D2B-136B-F97E-C463-1D9D26B3D151}"/>
                  </a:ext>
                </a:extLst>
              </p:cNvPr>
              <p:cNvSpPr/>
              <p:nvPr/>
            </p:nvSpPr>
            <p:spPr>
              <a:xfrm rot="19594018">
                <a:off x="5031769" y="3736575"/>
                <a:ext cx="1138981" cy="419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4097D2B-136B-F97E-C463-1D9D26B3D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94018">
                <a:off x="5031769" y="3736575"/>
                <a:ext cx="1138981" cy="419024"/>
              </a:xfrm>
              <a:prstGeom prst="rect">
                <a:avLst/>
              </a:prstGeom>
              <a:blipFill>
                <a:blip r:embed="rId20"/>
                <a:stretch>
                  <a:fillRect l="-1026" r="-5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C9130EA-2492-5C7B-1EB5-CDE359C166E7}"/>
                  </a:ext>
                </a:extLst>
              </p:cNvPr>
              <p:cNvSpPr/>
              <p:nvPr/>
            </p:nvSpPr>
            <p:spPr>
              <a:xfrm>
                <a:off x="5071053" y="4511040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C9130EA-2492-5C7B-1EB5-CDE359C166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053" y="4511040"/>
                <a:ext cx="1138981" cy="413614"/>
              </a:xfrm>
              <a:prstGeom prst="rect">
                <a:avLst/>
              </a:prstGeom>
              <a:blipFill>
                <a:blip r:embed="rId21"/>
                <a:stretch>
                  <a:fillRect l="-7487" r="-5348" b="-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1620F73-24DD-B0F2-726D-0C2CE55338DA}"/>
                  </a:ext>
                </a:extLst>
              </p:cNvPr>
              <p:cNvSpPr/>
              <p:nvPr/>
            </p:nvSpPr>
            <p:spPr>
              <a:xfrm rot="2162234">
                <a:off x="5036168" y="5222862"/>
                <a:ext cx="1138981" cy="4136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1620F73-24DD-B0F2-726D-0C2CE5533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62234">
                <a:off x="5036168" y="5222862"/>
                <a:ext cx="1138981" cy="413614"/>
              </a:xfrm>
              <a:prstGeom prst="rect">
                <a:avLst/>
              </a:prstGeom>
              <a:blipFill>
                <a:blip r:embed="rId22"/>
                <a:stretch>
                  <a:fillRect l="-2604" b="-4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1D75555E-085E-CD81-8124-B7940801CAB5}"/>
              </a:ext>
            </a:extLst>
          </p:cNvPr>
          <p:cNvSpPr/>
          <p:nvPr/>
        </p:nvSpPr>
        <p:spPr>
          <a:xfrm>
            <a:off x="8148199" y="1019190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214A0B-9506-2729-A504-9983AC6C5C3C}"/>
              </a:ext>
            </a:extLst>
          </p:cNvPr>
          <p:cNvSpPr/>
          <p:nvPr/>
        </p:nvSpPr>
        <p:spPr>
          <a:xfrm>
            <a:off x="8087452" y="1027623"/>
            <a:ext cx="1027953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2F55BC3-DEA6-117A-7E67-15DFEF85A836}"/>
                  </a:ext>
                </a:extLst>
              </p:cNvPr>
              <p:cNvSpPr/>
              <p:nvPr/>
            </p:nvSpPr>
            <p:spPr>
              <a:xfrm>
                <a:off x="9120751" y="923810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9</a:t>
                </a: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2F55BC3-DEA6-117A-7E67-15DFEF85A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51" y="923810"/>
                <a:ext cx="364677" cy="315690"/>
              </a:xfrm>
              <a:prstGeom prst="rect">
                <a:avLst/>
              </a:prstGeom>
              <a:blipFill>
                <a:blip r:embed="rId23"/>
                <a:stretch>
                  <a:fillRect r="-1667" b="-37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147DD267-9CE0-B3A2-AA5B-83C6166D8EF1}"/>
              </a:ext>
            </a:extLst>
          </p:cNvPr>
          <p:cNvSpPr/>
          <p:nvPr/>
        </p:nvSpPr>
        <p:spPr>
          <a:xfrm>
            <a:off x="9303090" y="1876001"/>
            <a:ext cx="950574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aA,$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1F9685E-D456-7071-C1E4-5D83F99702C6}"/>
              </a:ext>
            </a:extLst>
          </p:cNvPr>
          <p:cNvSpPr/>
          <p:nvPr/>
        </p:nvSpPr>
        <p:spPr>
          <a:xfrm>
            <a:off x="9383539" y="2235388"/>
            <a:ext cx="838200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9818EF-4492-FB2B-2467-F5226136E2A2}"/>
              </a:ext>
            </a:extLst>
          </p:cNvPr>
          <p:cNvSpPr/>
          <p:nvPr/>
        </p:nvSpPr>
        <p:spPr>
          <a:xfrm>
            <a:off x="9278527" y="1424895"/>
            <a:ext cx="996035" cy="1284513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AD34A42-A287-D537-7CAD-6185FD22766B}"/>
              </a:ext>
            </a:extLst>
          </p:cNvPr>
          <p:cNvSpPr/>
          <p:nvPr/>
        </p:nvSpPr>
        <p:spPr>
          <a:xfrm>
            <a:off x="9293372" y="1479996"/>
            <a:ext cx="967207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a.A,$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8F05BA6-28AF-44A8-0F15-EB944C1DEDC7}"/>
              </a:ext>
            </a:extLst>
          </p:cNvPr>
          <p:cNvSpPr/>
          <p:nvPr/>
        </p:nvSpPr>
        <p:spPr>
          <a:xfrm>
            <a:off x="8212010" y="2336867"/>
            <a:ext cx="825648" cy="402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 ,$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7E3C433-EDDD-F656-C538-21DB9D172940}"/>
              </a:ext>
            </a:extLst>
          </p:cNvPr>
          <p:cNvSpPr/>
          <p:nvPr/>
        </p:nvSpPr>
        <p:spPr>
          <a:xfrm>
            <a:off x="8116504" y="2344242"/>
            <a:ext cx="959428" cy="386444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72B7128-6BC4-2183-09AD-E95B8435D202}"/>
                  </a:ext>
                </a:extLst>
              </p:cNvPr>
              <p:cNvSpPr/>
              <p:nvPr/>
            </p:nvSpPr>
            <p:spPr>
              <a:xfrm>
                <a:off x="10193835" y="1238732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6</a:t>
                </a: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72B7128-6BC4-2183-09AD-E95B8435D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835" y="1238732"/>
                <a:ext cx="364677" cy="315690"/>
              </a:xfrm>
              <a:prstGeom prst="rect">
                <a:avLst/>
              </a:prstGeom>
              <a:blipFill>
                <a:blip r:embed="rId24"/>
                <a:stretch>
                  <a:fillRect r="-1667" b="-365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327F6B0-CC50-CF4B-9807-C4065B88FC28}"/>
                  </a:ext>
                </a:extLst>
              </p:cNvPr>
              <p:cNvSpPr/>
              <p:nvPr/>
            </p:nvSpPr>
            <p:spPr>
              <a:xfrm>
                <a:off x="7734733" y="2530051"/>
                <a:ext cx="364677" cy="315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7</a:t>
                </a: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327F6B0-CC50-CF4B-9807-C4065B88F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733" y="2530051"/>
                <a:ext cx="364677" cy="315690"/>
              </a:xfrm>
              <a:prstGeom prst="rect">
                <a:avLst/>
              </a:prstGeom>
              <a:blipFill>
                <a:blip r:embed="rId25"/>
                <a:stretch>
                  <a:fillRect b="-34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4137CD-2E49-FFA2-9708-37090AA62EA2}"/>
              </a:ext>
            </a:extLst>
          </p:cNvPr>
          <p:cNvCxnSpPr>
            <a:endCxn id="69" idx="1"/>
          </p:cNvCxnSpPr>
          <p:nvPr/>
        </p:nvCxnSpPr>
        <p:spPr>
          <a:xfrm flipV="1">
            <a:off x="6778372" y="1220845"/>
            <a:ext cx="1309080" cy="35295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63F6034-8A07-4C8C-5801-5A12FD39F449}"/>
                  </a:ext>
                </a:extLst>
              </p:cNvPr>
              <p:cNvSpPr/>
              <p:nvPr/>
            </p:nvSpPr>
            <p:spPr>
              <a:xfrm rot="20658418">
                <a:off x="6848801" y="1376224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63F6034-8A07-4C8C-5801-5A12FD39F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418">
                <a:off x="6848801" y="1376224"/>
                <a:ext cx="1138981" cy="429992"/>
              </a:xfrm>
              <a:prstGeom prst="rect">
                <a:avLst/>
              </a:prstGeom>
              <a:blipFill>
                <a:blip r:embed="rId26"/>
                <a:stretch>
                  <a:fillRect l="-4500" r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E60D315-72BB-158C-236B-D266437BD059}"/>
              </a:ext>
            </a:extLst>
          </p:cNvPr>
          <p:cNvCxnSpPr>
            <a:endCxn id="74" idx="1"/>
          </p:cNvCxnSpPr>
          <p:nvPr/>
        </p:nvCxnSpPr>
        <p:spPr>
          <a:xfrm flipV="1">
            <a:off x="6766264" y="1667775"/>
            <a:ext cx="2527108" cy="35188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1A27F93-4DEC-6531-C931-B7F8D6888888}"/>
                  </a:ext>
                </a:extLst>
              </p:cNvPr>
              <p:cNvSpPr/>
              <p:nvPr/>
            </p:nvSpPr>
            <p:spPr>
              <a:xfrm rot="21092284">
                <a:off x="8061285" y="1705033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1A27F93-4DEC-6531-C931-B7F8D6888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92284">
                <a:off x="8061285" y="1705033"/>
                <a:ext cx="1138981" cy="429992"/>
              </a:xfrm>
              <a:prstGeom prst="rect">
                <a:avLst/>
              </a:prstGeom>
              <a:blipFill>
                <a:blip r:embed="rId27"/>
                <a:stretch>
                  <a:fillRect l="-5612" r="-5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6981B40-2236-2BB6-CD8D-49BA85E7ACD9}"/>
              </a:ext>
            </a:extLst>
          </p:cNvPr>
          <p:cNvCxnSpPr/>
          <p:nvPr/>
        </p:nvCxnSpPr>
        <p:spPr>
          <a:xfrm>
            <a:off x="6768861" y="2317556"/>
            <a:ext cx="1347643" cy="2362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56516E2-3C47-EC9D-8174-94426B5B9EFA}"/>
                  </a:ext>
                </a:extLst>
              </p:cNvPr>
              <p:cNvSpPr/>
              <p:nvPr/>
            </p:nvSpPr>
            <p:spPr>
              <a:xfrm rot="552552">
                <a:off x="6931007" y="2047436"/>
                <a:ext cx="1138981" cy="429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b="0" i="1" baseline="-2500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7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>
                  <a:solidFill>
                    <a:schemeClr val="accent1">
                      <a:lumMod val="75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56516E2-3C47-EC9D-8174-94426B5B9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52552">
                <a:off x="6931007" y="2047436"/>
                <a:ext cx="1138981" cy="429992"/>
              </a:xfrm>
              <a:prstGeom prst="rect">
                <a:avLst/>
              </a:prstGeom>
              <a:blipFill>
                <a:blip r:embed="rId28"/>
                <a:stretch>
                  <a:fillRect l="-5584" r="-3553" b="-3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Rectangle 84">
            <a:extLst>
              <a:ext uri="{FF2B5EF4-FFF2-40B4-BE49-F238E27FC236}">
                <a16:creationId xmlns:a16="http://schemas.microsoft.com/office/drawing/2014/main" id="{5E63B81B-2B92-9E4A-4CE7-8FE2C4F18652}"/>
              </a:ext>
            </a:extLst>
          </p:cNvPr>
          <p:cNvSpPr/>
          <p:nvPr/>
        </p:nvSpPr>
        <p:spPr>
          <a:xfrm>
            <a:off x="10143645" y="3720375"/>
            <a:ext cx="237340" cy="154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ADAF979-706A-CBF9-1256-F9888F60FECC}"/>
              </a:ext>
            </a:extLst>
          </p:cNvPr>
          <p:cNvSpPr/>
          <p:nvPr/>
        </p:nvSpPr>
        <p:spPr>
          <a:xfrm>
            <a:off x="10546222" y="3710729"/>
            <a:ext cx="237340" cy="154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EDB646-9068-8C89-E8FF-3D2A28F10316}"/>
              </a:ext>
            </a:extLst>
          </p:cNvPr>
          <p:cNvSpPr/>
          <p:nvPr/>
        </p:nvSpPr>
        <p:spPr>
          <a:xfrm>
            <a:off x="8378133" y="3708266"/>
            <a:ext cx="237340" cy="154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700BD35-A889-E0E6-121A-0266E3AA88D9}"/>
              </a:ext>
            </a:extLst>
          </p:cNvPr>
          <p:cNvSpPr/>
          <p:nvPr/>
        </p:nvSpPr>
        <p:spPr>
          <a:xfrm>
            <a:off x="8918988" y="3716528"/>
            <a:ext cx="237340" cy="154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9CC77FC-1FE6-0C66-722D-C0186336E7A3}"/>
              </a:ext>
            </a:extLst>
          </p:cNvPr>
          <p:cNvSpPr/>
          <p:nvPr/>
        </p:nvSpPr>
        <p:spPr>
          <a:xfrm>
            <a:off x="10533950" y="4262367"/>
            <a:ext cx="237340" cy="154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DFAFA3D-FDAB-C395-4719-216651E57D1B}"/>
              </a:ext>
            </a:extLst>
          </p:cNvPr>
          <p:cNvSpPr/>
          <p:nvPr/>
        </p:nvSpPr>
        <p:spPr>
          <a:xfrm>
            <a:off x="8387353" y="4221320"/>
            <a:ext cx="228120" cy="237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D1F71A1-15A4-A169-0726-D3D6C9E0229A}"/>
              </a:ext>
            </a:extLst>
          </p:cNvPr>
          <p:cNvSpPr/>
          <p:nvPr/>
        </p:nvSpPr>
        <p:spPr>
          <a:xfrm>
            <a:off x="8923598" y="4215399"/>
            <a:ext cx="228120" cy="237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D3571B8-36B0-9BDC-8081-03E47FA87F46}"/>
              </a:ext>
            </a:extLst>
          </p:cNvPr>
          <p:cNvSpPr/>
          <p:nvPr/>
        </p:nvSpPr>
        <p:spPr>
          <a:xfrm>
            <a:off x="10568366" y="4542078"/>
            <a:ext cx="215196" cy="175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14B1BF1-F3BC-77E8-F6EF-05F154CCB7EE}"/>
              </a:ext>
            </a:extLst>
          </p:cNvPr>
          <p:cNvSpPr/>
          <p:nvPr/>
        </p:nvSpPr>
        <p:spPr>
          <a:xfrm>
            <a:off x="8358877" y="4526147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3945BEA-C026-6C65-E009-F7C012948492}"/>
              </a:ext>
            </a:extLst>
          </p:cNvPr>
          <p:cNvSpPr/>
          <p:nvPr/>
        </p:nvSpPr>
        <p:spPr>
          <a:xfrm>
            <a:off x="8923598" y="4543490"/>
            <a:ext cx="228120" cy="197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8654B4-F233-ED59-3240-1F14AF02BF6A}"/>
              </a:ext>
            </a:extLst>
          </p:cNvPr>
          <p:cNvSpPr/>
          <p:nvPr/>
        </p:nvSpPr>
        <p:spPr>
          <a:xfrm>
            <a:off x="8352166" y="4810705"/>
            <a:ext cx="263306" cy="219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3E060E-8E80-98A5-8EB2-B7764A8B4046}"/>
              </a:ext>
            </a:extLst>
          </p:cNvPr>
          <p:cNvSpPr/>
          <p:nvPr/>
        </p:nvSpPr>
        <p:spPr>
          <a:xfrm>
            <a:off x="8894542" y="4826051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D3F3A6C-3BF2-25C4-CDC6-B4BA1B597CA7}"/>
              </a:ext>
            </a:extLst>
          </p:cNvPr>
          <p:cNvSpPr/>
          <p:nvPr/>
        </p:nvSpPr>
        <p:spPr>
          <a:xfrm>
            <a:off x="9535941" y="5114851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CB63DC8-8775-949E-3EE0-F1DA5BBC583A}"/>
              </a:ext>
            </a:extLst>
          </p:cNvPr>
          <p:cNvSpPr/>
          <p:nvPr/>
        </p:nvSpPr>
        <p:spPr>
          <a:xfrm>
            <a:off x="10508409" y="5445564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94A2334-6075-59B5-AF8C-2260F92487DA}"/>
              </a:ext>
            </a:extLst>
          </p:cNvPr>
          <p:cNvSpPr/>
          <p:nvPr/>
        </p:nvSpPr>
        <p:spPr>
          <a:xfrm>
            <a:off x="8375207" y="5445564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8577C99-D2E1-4853-DECA-E797319DC5F4}"/>
              </a:ext>
            </a:extLst>
          </p:cNvPr>
          <p:cNvSpPr/>
          <p:nvPr/>
        </p:nvSpPr>
        <p:spPr>
          <a:xfrm>
            <a:off x="8909360" y="5414816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B254E37-A9BC-A0E0-4FFC-E097D9954053}"/>
              </a:ext>
            </a:extLst>
          </p:cNvPr>
          <p:cNvSpPr/>
          <p:nvPr/>
        </p:nvSpPr>
        <p:spPr>
          <a:xfrm>
            <a:off x="8387353" y="5996515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4F01B23-06DC-BC66-18F2-8A737203B80C}"/>
              </a:ext>
            </a:extLst>
          </p:cNvPr>
          <p:cNvSpPr/>
          <p:nvPr/>
        </p:nvSpPr>
        <p:spPr>
          <a:xfrm>
            <a:off x="8898839" y="6003581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216F9DA-DB3E-B6E5-9E2D-2B6F03397A98}"/>
              </a:ext>
            </a:extLst>
          </p:cNvPr>
          <p:cNvSpPr/>
          <p:nvPr/>
        </p:nvSpPr>
        <p:spPr>
          <a:xfrm>
            <a:off x="7733795" y="6201940"/>
            <a:ext cx="256595" cy="215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3025427-CC5C-50A0-42A1-EDFFD1DDE187}"/>
              </a:ext>
            </a:extLst>
          </p:cNvPr>
          <p:cNvSpPr/>
          <p:nvPr/>
        </p:nvSpPr>
        <p:spPr>
          <a:xfrm>
            <a:off x="8387353" y="3095927"/>
            <a:ext cx="1645289" cy="470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C00000"/>
                </a:solidFill>
                <a:latin typeface="+mj-lt"/>
              </a:rPr>
              <a:t>CLR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1A4B11A-F4B5-7F96-DF88-1A78D69A6B85}"/>
              </a:ext>
            </a:extLst>
          </p:cNvPr>
          <p:cNvSpPr/>
          <p:nvPr/>
        </p:nvSpPr>
        <p:spPr>
          <a:xfrm>
            <a:off x="8139996" y="3526192"/>
            <a:ext cx="1838412" cy="128451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D9BF1FF-9A70-DC7E-A890-F4BF93B94C11}"/>
                  </a:ext>
                </a:extLst>
              </p:cNvPr>
              <p:cNvSpPr/>
              <p:nvPr/>
            </p:nvSpPr>
            <p:spPr>
              <a:xfrm>
                <a:off x="8163962" y="3145183"/>
                <a:ext cx="451510" cy="2972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36</a:t>
                </a:r>
              </a:p>
            </p:txBody>
          </p:sp>
        </mc:Choice>
        <mc:Fallback xmlns=""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D9BF1FF-9A70-DC7E-A890-F4BF93B94C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962" y="3145183"/>
                <a:ext cx="451510" cy="297295"/>
              </a:xfrm>
              <a:prstGeom prst="rect">
                <a:avLst/>
              </a:prstGeom>
              <a:blipFill>
                <a:blip r:embed="rId29"/>
                <a:stretch>
                  <a:fillRect r="-1351" b="-408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0179C21A-346F-F492-66FD-6FE762ED5BF6}"/>
              </a:ext>
            </a:extLst>
          </p:cNvPr>
          <p:cNvSpPr/>
          <p:nvPr/>
        </p:nvSpPr>
        <p:spPr>
          <a:xfrm>
            <a:off x="8187171" y="3986719"/>
            <a:ext cx="1600410" cy="337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A.aA , a|b|$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C23F130-280A-A7BA-36D1-BE669B88B618}"/>
              </a:ext>
            </a:extLst>
          </p:cNvPr>
          <p:cNvSpPr/>
          <p:nvPr/>
        </p:nvSpPr>
        <p:spPr>
          <a:xfrm>
            <a:off x="8188036" y="4330924"/>
            <a:ext cx="1342950" cy="3196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A. b, a|b|$ 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66DABB6-9D97-D4FD-C9D3-CA2A5D9A1066}"/>
              </a:ext>
            </a:extLst>
          </p:cNvPr>
          <p:cNvSpPr/>
          <p:nvPr/>
        </p:nvSpPr>
        <p:spPr>
          <a:xfrm>
            <a:off x="8193057" y="3634581"/>
            <a:ext cx="1594524" cy="388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Aa.A, a|b|$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09B49AB-B451-618F-9258-F9011DED313F}"/>
              </a:ext>
            </a:extLst>
          </p:cNvPr>
          <p:cNvSpPr/>
          <p:nvPr/>
        </p:nvSpPr>
        <p:spPr>
          <a:xfrm>
            <a:off x="8200207" y="5228204"/>
            <a:ext cx="1330778" cy="37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b., a|b|$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57575-B081-E10F-8719-F6FC5DFEC7AB}"/>
              </a:ext>
            </a:extLst>
          </p:cNvPr>
          <p:cNvSpPr/>
          <p:nvPr/>
        </p:nvSpPr>
        <p:spPr>
          <a:xfrm>
            <a:off x="8143098" y="5198055"/>
            <a:ext cx="1387887" cy="38644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07E9C663-4AA3-A6DB-A4A6-C2FD1CEB9129}"/>
                  </a:ext>
                </a:extLst>
              </p:cNvPr>
              <p:cNvSpPr/>
              <p:nvPr/>
            </p:nvSpPr>
            <p:spPr>
              <a:xfrm>
                <a:off x="8031075" y="4882365"/>
                <a:ext cx="445440" cy="2765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47</a:t>
                </a:r>
              </a:p>
            </p:txBody>
          </p:sp>
        </mc:Choice>
        <mc:Fallback xmlns=""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07E9C663-4AA3-A6DB-A4A6-C2FD1CEB9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075" y="4882365"/>
                <a:ext cx="445440" cy="276557"/>
              </a:xfrm>
              <a:prstGeom prst="rect">
                <a:avLst/>
              </a:prstGeom>
              <a:blipFill>
                <a:blip r:embed="rId30"/>
                <a:stretch>
                  <a:fillRect b="-4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Rectangle 112">
            <a:extLst>
              <a:ext uri="{FF2B5EF4-FFF2-40B4-BE49-F238E27FC236}">
                <a16:creationId xmlns:a16="http://schemas.microsoft.com/office/drawing/2014/main" id="{CADDF7EE-828F-1265-CBA6-EDEF040ED937}"/>
              </a:ext>
            </a:extLst>
          </p:cNvPr>
          <p:cNvSpPr/>
          <p:nvPr/>
        </p:nvSpPr>
        <p:spPr>
          <a:xfrm>
            <a:off x="8151804" y="6077475"/>
            <a:ext cx="1379181" cy="171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sym typeface="Wingdings" panose="05000000000000000000" pitchFamily="2" charset="2"/>
              </a:rPr>
              <a:t>A aA.,a|b|$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5AA2D8D-701A-7FDF-69DF-8D344B3963DD}"/>
              </a:ext>
            </a:extLst>
          </p:cNvPr>
          <p:cNvSpPr/>
          <p:nvPr/>
        </p:nvSpPr>
        <p:spPr>
          <a:xfrm>
            <a:off x="8100941" y="6017602"/>
            <a:ext cx="1537798" cy="347568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E2034734-8063-CCA0-6C02-6040AEA20DD3}"/>
                  </a:ext>
                </a:extLst>
              </p:cNvPr>
              <p:cNvSpPr/>
              <p:nvPr/>
            </p:nvSpPr>
            <p:spPr>
              <a:xfrm>
                <a:off x="7986556" y="5737618"/>
                <a:ext cx="489959" cy="236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baseline="-25000">
                    <a:solidFill>
                      <a:srgbClr val="C00000"/>
                    </a:solidFill>
                    <a:latin typeface="+mj-lt"/>
                  </a:rPr>
                  <a:t>89</a:t>
                </a:r>
              </a:p>
            </p:txBody>
          </p:sp>
        </mc:Choice>
        <mc:Fallback xmlns="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E2034734-8063-CCA0-6C02-6040AEA20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556" y="5737618"/>
                <a:ext cx="489959" cy="236301"/>
              </a:xfrm>
              <a:prstGeom prst="rect">
                <a:avLst/>
              </a:prstGeom>
              <a:blipFill>
                <a:blip r:embed="rId31"/>
                <a:stretch>
                  <a:fillRect b="-641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49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206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4" grpId="1"/>
      <p:bldP spid="105" grpId="0" animBg="1"/>
      <p:bldP spid="106" grpId="0"/>
      <p:bldP spid="107" grpId="0"/>
      <p:bldP spid="108" grpId="0"/>
      <p:bldP spid="109" grpId="0"/>
      <p:bldP spid="110" grpId="0"/>
      <p:bldP spid="111" grpId="0" animBg="1"/>
      <p:bldP spid="112" grpId="0"/>
      <p:bldP spid="113" grpId="0"/>
      <p:bldP spid="114" grpId="0" animBg="1"/>
      <p:bldP spid="1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1E02-28C1-CC03-974D-E8A3245518F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LALR(1)- look ahead LR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76581F-A061-9CEB-D8C2-FB2E4FAE9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193264"/>
              </p:ext>
            </p:extLst>
          </p:nvPr>
        </p:nvGraphicFramePr>
        <p:xfrm>
          <a:off x="1837339" y="1567213"/>
          <a:ext cx="3205217" cy="351864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1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808">
                <a:tc rowSpan="2">
                  <a:txBody>
                    <a:bodyPr/>
                    <a:lstStyle/>
                    <a:p>
                      <a:pPr algn="ctr"/>
                      <a:r>
                        <a:rPr lang="en-US" i="0"/>
                        <a:t>Item set</a:t>
                      </a:r>
                    </a:p>
                  </a:txBody>
                  <a:tcPr marL="9144" marR="9144" marT="0" marB="0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Go to</a:t>
                      </a: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951">
                <a:tc vMerge="1">
                  <a:txBody>
                    <a:bodyPr/>
                    <a:lstStyle/>
                    <a:p>
                      <a:pPr algn="ctr"/>
                      <a:endParaRPr lang="en-US" i="1"/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1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S3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Accept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36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5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73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58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22705B-9199-1BD6-4B32-8F524F46F431}"/>
              </a:ext>
            </a:extLst>
          </p:cNvPr>
          <p:cNvCxnSpPr/>
          <p:nvPr/>
        </p:nvCxnSpPr>
        <p:spPr>
          <a:xfrm>
            <a:off x="1799783" y="4107158"/>
            <a:ext cx="3275431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E7103B-701F-B850-042E-F4C5EA460DF7}"/>
              </a:ext>
            </a:extLst>
          </p:cNvPr>
          <p:cNvCxnSpPr/>
          <p:nvPr/>
        </p:nvCxnSpPr>
        <p:spPr>
          <a:xfrm>
            <a:off x="1799782" y="4379300"/>
            <a:ext cx="3275431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46331E-9E2C-221E-3512-68E430FD7960}"/>
              </a:ext>
            </a:extLst>
          </p:cNvPr>
          <p:cNvCxnSpPr/>
          <p:nvPr/>
        </p:nvCxnSpPr>
        <p:spPr>
          <a:xfrm>
            <a:off x="1799783" y="4945358"/>
            <a:ext cx="3275431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Arrow 7">
            <a:extLst>
              <a:ext uri="{FF2B5EF4-FFF2-40B4-BE49-F238E27FC236}">
                <a16:creationId xmlns:a16="http://schemas.microsoft.com/office/drawing/2014/main" id="{F7846B5C-A430-A806-0985-19FD59626546}"/>
              </a:ext>
            </a:extLst>
          </p:cNvPr>
          <p:cNvSpPr/>
          <p:nvPr/>
        </p:nvSpPr>
        <p:spPr>
          <a:xfrm>
            <a:off x="5193132" y="3374982"/>
            <a:ext cx="1981200" cy="181182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7B1437-91C9-9D99-40FB-99CC1B859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13426"/>
              </p:ext>
            </p:extLst>
          </p:nvPr>
        </p:nvGraphicFramePr>
        <p:xfrm>
          <a:off x="7324908" y="2157940"/>
          <a:ext cx="3205217" cy="314553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1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385">
                <a:tc rowSpan="2">
                  <a:txBody>
                    <a:bodyPr/>
                    <a:lstStyle/>
                    <a:p>
                      <a:pPr algn="ctr"/>
                      <a:r>
                        <a:rPr lang="en-US" i="0"/>
                        <a:t>Item set</a:t>
                      </a:r>
                    </a:p>
                  </a:txBody>
                  <a:tcPr marL="9144" marR="9144" marT="0" marB="0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Go to</a:t>
                      </a: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555">
                <a:tc vMerge="1">
                  <a:txBody>
                    <a:bodyPr/>
                    <a:lstStyle/>
                    <a:p>
                      <a:pPr algn="ctr"/>
                      <a:endParaRPr lang="en-US" i="1"/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5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S36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5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solidFill>
                            <a:schemeClr val="tx2"/>
                          </a:solidFill>
                        </a:rPr>
                        <a:t>Accept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5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S36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76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S36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chemeClr val="tx2"/>
                          </a:solidFill>
                        </a:rPr>
                        <a:t>S47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89</a:t>
                      </a: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76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47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R3 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5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R1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55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89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2"/>
                          </a:solidFill>
                        </a:rPr>
                        <a:t>R2 </a:t>
                      </a: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4585">
                <a:tc gridSpan="6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2"/>
                        </a:solidFill>
                      </a:endParaRPr>
                    </a:p>
                  </a:txBody>
                  <a:tcPr marL="9144" marR="9144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2D3D462-6E83-88F7-505F-8243242F0027}"/>
              </a:ext>
            </a:extLst>
          </p:cNvPr>
          <p:cNvSpPr/>
          <p:nvPr/>
        </p:nvSpPr>
        <p:spPr>
          <a:xfrm>
            <a:off x="2220819" y="5246549"/>
            <a:ext cx="1885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CLR Parsing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BFDB3-C90F-9F98-C2DA-019C6A684781}"/>
              </a:ext>
            </a:extLst>
          </p:cNvPr>
          <p:cNvSpPr/>
          <p:nvPr/>
        </p:nvSpPr>
        <p:spPr>
          <a:xfrm>
            <a:off x="7914507" y="5282970"/>
            <a:ext cx="2002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LALR Parsing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EA138-4D87-C77C-B224-3F9E0193BD5F}"/>
              </a:ext>
            </a:extLst>
          </p:cNvPr>
          <p:cNvSpPr/>
          <p:nvPr/>
        </p:nvSpPr>
        <p:spPr>
          <a:xfrm>
            <a:off x="7204267" y="4671812"/>
            <a:ext cx="3422950" cy="66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8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24225</TotalTime>
  <Words>4889</Words>
  <Application>Microsoft Macintosh PowerPoint</Application>
  <PresentationFormat>Widescreen</PresentationFormat>
  <Paragraphs>1432</Paragraphs>
  <Slides>47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Arial Black</vt:lpstr>
      <vt:lpstr>Calibri</vt:lpstr>
      <vt:lpstr>Cambria Math</vt:lpstr>
      <vt:lpstr>Palatino Linotype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Bhuvaneswari M</cp:lastModifiedBy>
  <cp:revision>659</cp:revision>
  <dcterms:created xsi:type="dcterms:W3CDTF">2020-07-30T09:53:05Z</dcterms:created>
  <dcterms:modified xsi:type="dcterms:W3CDTF">2026-08-06T15:34:39Z</dcterms:modified>
</cp:coreProperties>
</file>